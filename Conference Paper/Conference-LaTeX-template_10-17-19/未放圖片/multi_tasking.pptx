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82" autoAdjust="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群組 141"/>
          <p:cNvGrpSpPr/>
          <p:nvPr/>
        </p:nvGrpSpPr>
        <p:grpSpPr>
          <a:xfrm>
            <a:off x="2357577" y="957985"/>
            <a:ext cx="7855603" cy="4607275"/>
            <a:chOff x="2420330" y="321491"/>
            <a:chExt cx="7855603" cy="4607275"/>
          </a:xfrm>
        </p:grpSpPr>
        <p:grpSp>
          <p:nvGrpSpPr>
            <p:cNvPr id="134" name="群組 133"/>
            <p:cNvGrpSpPr/>
            <p:nvPr/>
          </p:nvGrpSpPr>
          <p:grpSpPr>
            <a:xfrm>
              <a:off x="2420330" y="321491"/>
              <a:ext cx="7855603" cy="4607275"/>
              <a:chOff x="2417949" y="314348"/>
              <a:chExt cx="7855603" cy="4607275"/>
            </a:xfrm>
          </p:grpSpPr>
          <p:grpSp>
            <p:nvGrpSpPr>
              <p:cNvPr id="16" name="群組 15"/>
              <p:cNvGrpSpPr/>
              <p:nvPr/>
            </p:nvGrpSpPr>
            <p:grpSpPr>
              <a:xfrm>
                <a:off x="2417949" y="314348"/>
                <a:ext cx="4901643" cy="4607275"/>
                <a:chOff x="2417949" y="314348"/>
                <a:chExt cx="4901643" cy="4607275"/>
              </a:xfrm>
            </p:grpSpPr>
            <p:grpSp>
              <p:nvGrpSpPr>
                <p:cNvPr id="12" name="群組 11"/>
                <p:cNvGrpSpPr/>
                <p:nvPr/>
              </p:nvGrpSpPr>
              <p:grpSpPr>
                <a:xfrm>
                  <a:off x="2443630" y="314348"/>
                  <a:ext cx="4875962" cy="4607275"/>
                  <a:chOff x="2443630" y="314348"/>
                  <a:chExt cx="4875962" cy="4607275"/>
                </a:xfrm>
              </p:grpSpPr>
              <p:grpSp>
                <p:nvGrpSpPr>
                  <p:cNvPr id="11" name="群組 10"/>
                  <p:cNvGrpSpPr/>
                  <p:nvPr/>
                </p:nvGrpSpPr>
                <p:grpSpPr>
                  <a:xfrm>
                    <a:off x="4154359" y="314348"/>
                    <a:ext cx="3165233" cy="4607275"/>
                    <a:chOff x="4154359" y="314348"/>
                    <a:chExt cx="3165233" cy="4607275"/>
                  </a:xfrm>
                </p:grpSpPr>
                <p:sp>
                  <p:nvSpPr>
                    <p:cNvPr id="26" name="圓角矩形 25"/>
                    <p:cNvSpPr/>
                    <p:nvPr/>
                  </p:nvSpPr>
                  <p:spPr>
                    <a:xfrm>
                      <a:off x="4154359" y="314348"/>
                      <a:ext cx="3165233" cy="1926828"/>
                    </a:xfrm>
                    <a:prstGeom prst="round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Program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6" name="圓角矩形 35"/>
                    <p:cNvSpPr/>
                    <p:nvPr/>
                  </p:nvSpPr>
                  <p:spPr>
                    <a:xfrm>
                      <a:off x="4154359" y="2994795"/>
                      <a:ext cx="3165233" cy="1926828"/>
                    </a:xfrm>
                    <a:prstGeom prst="round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Program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" name="矩形 5"/>
                    <p:cNvSpPr/>
                    <p:nvPr/>
                  </p:nvSpPr>
                  <p:spPr>
                    <a:xfrm>
                      <a:off x="4154359" y="1936668"/>
                      <a:ext cx="3165233" cy="136263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grpSp>
                <p:nvGrpSpPr>
                  <p:cNvPr id="10" name="群組 9"/>
                  <p:cNvGrpSpPr/>
                  <p:nvPr/>
                </p:nvGrpSpPr>
                <p:grpSpPr>
                  <a:xfrm>
                    <a:off x="2443630" y="879890"/>
                    <a:ext cx="1006915" cy="795743"/>
                    <a:chOff x="2443630" y="879890"/>
                    <a:chExt cx="1006915" cy="795743"/>
                  </a:xfrm>
                </p:grpSpPr>
                <p:cxnSp>
                  <p:nvCxnSpPr>
                    <p:cNvPr id="38" name="直線單箭頭接點 37"/>
                    <p:cNvCxnSpPr/>
                    <p:nvPr/>
                  </p:nvCxnSpPr>
                  <p:spPr>
                    <a:xfrm>
                      <a:off x="3441147" y="879890"/>
                      <a:ext cx="9398" cy="795743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" name="文字方塊 8"/>
                    <p:cNvSpPr txBox="1"/>
                    <p:nvPr/>
                  </p:nvSpPr>
                  <p:spPr>
                    <a:xfrm>
                      <a:off x="2443630" y="954595"/>
                      <a:ext cx="997517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altLang="zh-TW" b="1" dirty="0" smtClean="0"/>
                        <a:t>Program</a:t>
                      </a:r>
                    </a:p>
                    <a:p>
                      <a:pPr algn="ctr"/>
                      <a:r>
                        <a:rPr lang="en-US" altLang="zh-TW" b="1" dirty="0" smtClean="0"/>
                        <a:t>Flow</a:t>
                      </a:r>
                      <a:endParaRPr lang="zh-TW" altLang="en-US" b="1" dirty="0"/>
                    </a:p>
                  </p:txBody>
                </p:sp>
              </p:grpSp>
              <p:grpSp>
                <p:nvGrpSpPr>
                  <p:cNvPr id="42" name="群組 41"/>
                  <p:cNvGrpSpPr/>
                  <p:nvPr/>
                </p:nvGrpSpPr>
                <p:grpSpPr>
                  <a:xfrm>
                    <a:off x="2443630" y="3560337"/>
                    <a:ext cx="1006915" cy="795743"/>
                    <a:chOff x="2443630" y="879890"/>
                    <a:chExt cx="1006915" cy="795743"/>
                  </a:xfrm>
                </p:grpSpPr>
                <p:cxnSp>
                  <p:nvCxnSpPr>
                    <p:cNvPr id="43" name="直線單箭頭接點 42"/>
                    <p:cNvCxnSpPr/>
                    <p:nvPr/>
                  </p:nvCxnSpPr>
                  <p:spPr>
                    <a:xfrm>
                      <a:off x="3441147" y="879890"/>
                      <a:ext cx="9398" cy="795743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4" name="文字方塊 43"/>
                    <p:cNvSpPr txBox="1"/>
                    <p:nvPr/>
                  </p:nvSpPr>
                  <p:spPr>
                    <a:xfrm>
                      <a:off x="2443630" y="954595"/>
                      <a:ext cx="997517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altLang="zh-TW" b="1" dirty="0" smtClean="0"/>
                        <a:t>Program</a:t>
                      </a:r>
                    </a:p>
                    <a:p>
                      <a:pPr algn="ctr"/>
                      <a:r>
                        <a:rPr lang="en-US" altLang="zh-TW" b="1" dirty="0" smtClean="0"/>
                        <a:t>Flow</a:t>
                      </a:r>
                      <a:endParaRPr lang="zh-TW" altLang="en-US" b="1" dirty="0"/>
                    </a:p>
                  </p:txBody>
                </p:sp>
              </p:grpSp>
            </p:grpSp>
            <p:cxnSp>
              <p:nvCxnSpPr>
                <p:cNvPr id="14" name="直線單箭頭接點 13"/>
                <p:cNvCxnSpPr/>
                <p:nvPr/>
              </p:nvCxnSpPr>
              <p:spPr>
                <a:xfrm>
                  <a:off x="3589583" y="2654135"/>
                  <a:ext cx="1156447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文字方塊 14"/>
                <p:cNvSpPr txBox="1"/>
                <p:nvPr/>
              </p:nvSpPr>
              <p:spPr>
                <a:xfrm>
                  <a:off x="2417949" y="2193673"/>
                  <a:ext cx="1067408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b="1" dirty="0" smtClean="0">
                      <a:solidFill>
                        <a:srgbClr val="FF0000"/>
                      </a:solidFill>
                    </a:rPr>
                    <a:t>Interrupt</a:t>
                  </a:r>
                </a:p>
                <a:p>
                  <a:r>
                    <a:rPr lang="en-US" altLang="zh-TW" b="1" dirty="0" smtClean="0">
                      <a:solidFill>
                        <a:srgbClr val="FF0000"/>
                      </a:solidFill>
                    </a:rPr>
                    <a:t>Occurred</a:t>
                  </a:r>
                </a:p>
                <a:p>
                  <a:r>
                    <a:rPr lang="en-US" altLang="zh-TW" b="1" dirty="0" smtClean="0">
                      <a:solidFill>
                        <a:srgbClr val="FF0000"/>
                      </a:solidFill>
                    </a:rPr>
                    <a:t>Per 10ms</a:t>
                  </a:r>
                  <a:endParaRPr lang="zh-TW" altLang="en-US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20" name="圓角矩形 19"/>
              <p:cNvSpPr/>
              <p:nvPr/>
            </p:nvSpPr>
            <p:spPr>
              <a:xfrm>
                <a:off x="8794374" y="1982156"/>
                <a:ext cx="1479177" cy="51804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ysClr val="windowText" lastClr="000000"/>
                    </a:solidFill>
                  </a:rPr>
                  <a:t>IMU Get </a:t>
                </a:r>
              </a:p>
              <a:p>
                <a:pPr algn="ctr"/>
                <a:r>
                  <a:rPr lang="en-US" altLang="zh-TW" dirty="0" smtClean="0">
                    <a:solidFill>
                      <a:sysClr val="windowText" lastClr="000000"/>
                    </a:solidFill>
                  </a:rPr>
                  <a:t>Ay &amp; </a:t>
                </a:r>
                <a:r>
                  <a:rPr lang="en-US" altLang="zh-TW" dirty="0" err="1" smtClean="0">
                    <a:solidFill>
                      <a:sysClr val="windowText" lastClr="000000"/>
                    </a:solidFill>
                  </a:rPr>
                  <a:t>Gz</a:t>
                </a:r>
                <a:endParaRPr lang="zh-TW" altLang="en-US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圓角矩形 54"/>
              <p:cNvSpPr/>
              <p:nvPr/>
            </p:nvSpPr>
            <p:spPr>
              <a:xfrm>
                <a:off x="8794375" y="2654135"/>
                <a:ext cx="1479177" cy="51804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err="1" smtClean="0">
                    <a:solidFill>
                      <a:schemeClr val="tx1"/>
                    </a:solidFill>
                  </a:rPr>
                  <a:t>Kalman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 Filter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0" name="群組 99"/>
              <p:cNvGrpSpPr/>
              <p:nvPr/>
            </p:nvGrpSpPr>
            <p:grpSpPr>
              <a:xfrm>
                <a:off x="5736974" y="1936668"/>
                <a:ext cx="3796989" cy="257005"/>
                <a:chOff x="5736974" y="1936668"/>
                <a:chExt cx="3796989" cy="257005"/>
              </a:xfrm>
            </p:grpSpPr>
            <p:cxnSp>
              <p:nvCxnSpPr>
                <p:cNvPr id="73" name="直線接點 72"/>
                <p:cNvCxnSpPr/>
                <p:nvPr/>
              </p:nvCxnSpPr>
              <p:spPr>
                <a:xfrm flipH="1">
                  <a:off x="5736974" y="1936668"/>
                  <a:ext cx="1" cy="257005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線接點 74"/>
                <p:cNvCxnSpPr/>
                <p:nvPr/>
              </p:nvCxnSpPr>
              <p:spPr>
                <a:xfrm>
                  <a:off x="5736974" y="2193673"/>
                  <a:ext cx="2320008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肘形接點 76"/>
                <p:cNvCxnSpPr>
                  <a:endCxn id="20" idx="0"/>
                </p:cNvCxnSpPr>
                <p:nvPr/>
              </p:nvCxnSpPr>
              <p:spPr>
                <a:xfrm flipV="1">
                  <a:off x="7988594" y="1982156"/>
                  <a:ext cx="1545369" cy="211517"/>
                </a:xfrm>
                <a:prstGeom prst="bentConnector4">
                  <a:avLst>
                    <a:gd name="adj1" fmla="val 26071"/>
                    <a:gd name="adj2" fmla="val 208076"/>
                  </a:avLst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6" name="直線接點 105"/>
              <p:cNvCxnSpPr/>
              <p:nvPr/>
            </p:nvCxnSpPr>
            <p:spPr>
              <a:xfrm rot="10800000" flipH="1" flipV="1">
                <a:off x="9533962" y="3170801"/>
                <a:ext cx="1" cy="25700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肘形接點 127"/>
              <p:cNvCxnSpPr/>
              <p:nvPr/>
            </p:nvCxnSpPr>
            <p:spPr>
              <a:xfrm rot="10800000">
                <a:off x="5736976" y="2730500"/>
                <a:ext cx="3796986" cy="697306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單箭頭接點 132"/>
              <p:cNvCxnSpPr>
                <a:endCxn id="6" idx="2"/>
              </p:cNvCxnSpPr>
              <p:nvPr/>
            </p:nvCxnSpPr>
            <p:spPr>
              <a:xfrm>
                <a:off x="5736974" y="2730500"/>
                <a:ext cx="2" cy="56880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1" name="直線單箭頭接點 140"/>
            <p:cNvCxnSpPr>
              <a:stCxn id="20" idx="2"/>
              <a:endCxn id="55" idx="0"/>
            </p:cNvCxnSpPr>
            <p:nvPr/>
          </p:nvCxnSpPr>
          <p:spPr>
            <a:xfrm>
              <a:off x="9536344" y="2507339"/>
              <a:ext cx="1" cy="1539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</Words>
  <Application>Microsoft Office PowerPoint</Application>
  <PresentationFormat>寬螢幕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26</cp:revision>
  <dcterms:created xsi:type="dcterms:W3CDTF">2019-03-14T14:30:29Z</dcterms:created>
  <dcterms:modified xsi:type="dcterms:W3CDTF">2019-05-25T07:28:29Z</dcterms:modified>
</cp:coreProperties>
</file>