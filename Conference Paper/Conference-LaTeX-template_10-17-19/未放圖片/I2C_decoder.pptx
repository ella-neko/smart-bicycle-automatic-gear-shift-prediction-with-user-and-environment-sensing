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2628900" y="2006819"/>
            <a:ext cx="6172199" cy="3354418"/>
            <a:chOff x="2628900" y="2006819"/>
            <a:chExt cx="6172199" cy="3354418"/>
          </a:xfrm>
        </p:grpSpPr>
        <p:cxnSp>
          <p:nvCxnSpPr>
            <p:cNvPr id="7" name="直線單箭頭接點 6"/>
            <p:cNvCxnSpPr>
              <a:endCxn id="34" idx="1"/>
            </p:cNvCxnSpPr>
            <p:nvPr/>
          </p:nvCxnSpPr>
          <p:spPr>
            <a:xfrm flipV="1">
              <a:off x="4018085" y="2426677"/>
              <a:ext cx="738553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4756638" y="2057400"/>
              <a:ext cx="1688123" cy="7385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Arduino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2927839" y="2145322"/>
              <a:ext cx="1090246" cy="56270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Sensor Data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直線單箭頭接點 39"/>
            <p:cNvCxnSpPr/>
            <p:nvPr/>
          </p:nvCxnSpPr>
          <p:spPr>
            <a:xfrm flipV="1">
              <a:off x="6444761" y="2426676"/>
              <a:ext cx="738553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/>
            <p:cNvSpPr/>
            <p:nvPr/>
          </p:nvSpPr>
          <p:spPr>
            <a:xfrm>
              <a:off x="7183314" y="2006819"/>
              <a:ext cx="1547448" cy="83971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String </a:t>
              </a:r>
            </a:p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copy to </a:t>
              </a:r>
            </a:p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Char buffer</a:t>
              </a:r>
            </a:p>
          </p:txBody>
        </p:sp>
        <p:cxnSp>
          <p:nvCxnSpPr>
            <p:cNvPr id="41" name="直線單箭頭接點 40"/>
            <p:cNvCxnSpPr>
              <a:stCxn id="16" idx="4"/>
              <a:endCxn id="49" idx="0"/>
            </p:cNvCxnSpPr>
            <p:nvPr/>
          </p:nvCxnSpPr>
          <p:spPr>
            <a:xfrm>
              <a:off x="7957038" y="2846532"/>
              <a:ext cx="0" cy="4626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7957256" y="2896043"/>
              <a:ext cx="3866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I²C</a:t>
              </a:r>
              <a:endParaRPr lang="zh-TW" altLang="en-US" sz="1400" dirty="0"/>
            </a:p>
          </p:txBody>
        </p:sp>
        <p:sp>
          <p:nvSpPr>
            <p:cNvPr id="49" name="矩形 48"/>
            <p:cNvSpPr/>
            <p:nvPr/>
          </p:nvSpPr>
          <p:spPr>
            <a:xfrm>
              <a:off x="7112976" y="3309209"/>
              <a:ext cx="1688123" cy="7385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Raspberry Pi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橢圓 49"/>
            <p:cNvSpPr/>
            <p:nvPr/>
          </p:nvSpPr>
          <p:spPr>
            <a:xfrm>
              <a:off x="2689239" y="4433648"/>
              <a:ext cx="1548000" cy="8388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String </a:t>
              </a:r>
              <a:endParaRPr lang="en-US" altLang="zh-TW" sz="14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copy to </a:t>
              </a:r>
            </a:p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Char </a:t>
              </a:r>
              <a:r>
                <a:rPr lang="en-US" altLang="zh-TW" sz="1400" dirty="0">
                  <a:solidFill>
                    <a:schemeClr val="tx1"/>
                  </a:solidFill>
                </a:rPr>
                <a:t>buffer</a:t>
              </a:r>
              <a:r>
                <a:rPr lang="en-US" altLang="zh-TW" sz="1400" dirty="0"/>
                <a:t> </a:t>
              </a:r>
            </a:p>
          </p:txBody>
        </p:sp>
        <p:cxnSp>
          <p:nvCxnSpPr>
            <p:cNvPr id="52" name="直線單箭頭接點 51"/>
            <p:cNvCxnSpPr/>
            <p:nvPr/>
          </p:nvCxnSpPr>
          <p:spPr>
            <a:xfrm flipH="1" flipV="1">
              <a:off x="6446562" y="4890731"/>
              <a:ext cx="738553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H="1" flipV="1">
              <a:off x="3477225" y="3969248"/>
              <a:ext cx="0" cy="464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/>
            <p:cNvSpPr/>
            <p:nvPr/>
          </p:nvSpPr>
          <p:spPr>
            <a:xfrm>
              <a:off x="2628900" y="3217508"/>
              <a:ext cx="1688123" cy="7385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Server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425273" y="4079840"/>
              <a:ext cx="5100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 err="1" smtClean="0"/>
                <a:t>WiFi</a:t>
              </a:r>
              <a:endParaRPr lang="zh-TW" altLang="en-US" sz="1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6444761" y="2145275"/>
              <a:ext cx="7843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 smtClean="0"/>
                <a:t>encoder</a:t>
              </a:r>
              <a:endParaRPr lang="zh-TW" altLang="en-US" sz="1400" dirty="0"/>
            </a:p>
          </p:txBody>
        </p:sp>
        <p:sp>
          <p:nvSpPr>
            <p:cNvPr id="18" name="橢圓 17"/>
            <p:cNvSpPr/>
            <p:nvPr/>
          </p:nvSpPr>
          <p:spPr>
            <a:xfrm>
              <a:off x="7182762" y="4434669"/>
              <a:ext cx="1548000" cy="8388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Char </a:t>
              </a:r>
              <a:r>
                <a:rPr lang="en-US" altLang="zh-TW" sz="1400" dirty="0" smtClean="0">
                  <a:solidFill>
                    <a:schemeClr val="tx1"/>
                  </a:solidFill>
                </a:rPr>
                <a:t>buffer to String</a:t>
              </a:r>
            </a:p>
          </p:txBody>
        </p:sp>
        <p:cxnSp>
          <p:nvCxnSpPr>
            <p:cNvPr id="19" name="直線單箭頭接點 18"/>
            <p:cNvCxnSpPr/>
            <p:nvPr/>
          </p:nvCxnSpPr>
          <p:spPr>
            <a:xfrm flipH="1">
              <a:off x="7956760" y="4027869"/>
              <a:ext cx="2" cy="406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7946445" y="4077380"/>
              <a:ext cx="7843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decoder</a:t>
              </a:r>
              <a:endParaRPr lang="zh-TW" altLang="en-US" sz="1400" dirty="0"/>
            </a:p>
          </p:txBody>
        </p:sp>
        <p:sp>
          <p:nvSpPr>
            <p:cNvPr id="24" name="圓角矩形 23"/>
            <p:cNvSpPr/>
            <p:nvPr/>
          </p:nvSpPr>
          <p:spPr>
            <a:xfrm>
              <a:off x="4978597" y="4346901"/>
              <a:ext cx="1462807" cy="1014336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Data Collecting and Compaction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線單箭頭接點 25"/>
            <p:cNvCxnSpPr/>
            <p:nvPr/>
          </p:nvCxnSpPr>
          <p:spPr>
            <a:xfrm flipH="1" flipV="1">
              <a:off x="4212261" y="4877543"/>
              <a:ext cx="738553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4219251" y="4582954"/>
              <a:ext cx="7843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 smtClean="0"/>
                <a:t>encoder</a:t>
              </a:r>
              <a:endParaRPr lang="zh-TW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29</Words>
  <Application>Microsoft Office PowerPoint</Application>
  <PresentationFormat>寬螢幕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41</cp:revision>
  <dcterms:created xsi:type="dcterms:W3CDTF">2019-03-14T14:30:29Z</dcterms:created>
  <dcterms:modified xsi:type="dcterms:W3CDTF">2019-08-07T09:26:44Z</dcterms:modified>
</cp:coreProperties>
</file>