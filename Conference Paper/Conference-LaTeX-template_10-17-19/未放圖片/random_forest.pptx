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群組 115"/>
          <p:cNvGrpSpPr/>
          <p:nvPr/>
        </p:nvGrpSpPr>
        <p:grpSpPr>
          <a:xfrm>
            <a:off x="715107" y="237394"/>
            <a:ext cx="10545200" cy="6251329"/>
            <a:chOff x="794237" y="606671"/>
            <a:chExt cx="10545200" cy="6251329"/>
          </a:xfrm>
        </p:grpSpPr>
        <p:grpSp>
          <p:nvGrpSpPr>
            <p:cNvPr id="4" name="群組 3"/>
            <p:cNvGrpSpPr/>
            <p:nvPr/>
          </p:nvGrpSpPr>
          <p:grpSpPr>
            <a:xfrm>
              <a:off x="794237" y="2051998"/>
              <a:ext cx="10545200" cy="2625512"/>
              <a:chOff x="1418491" y="2887267"/>
              <a:chExt cx="10545200" cy="2625512"/>
            </a:xfrm>
          </p:grpSpPr>
          <p:grpSp>
            <p:nvGrpSpPr>
              <p:cNvPr id="12" name="群組 11"/>
              <p:cNvGrpSpPr/>
              <p:nvPr/>
            </p:nvGrpSpPr>
            <p:grpSpPr>
              <a:xfrm>
                <a:off x="1418491" y="2892669"/>
                <a:ext cx="2986455" cy="2620110"/>
                <a:chOff x="759068" y="694592"/>
                <a:chExt cx="6866793" cy="4264264"/>
              </a:xfrm>
            </p:grpSpPr>
            <p:grpSp>
              <p:nvGrpSpPr>
                <p:cNvPr id="9" name="群組 8"/>
                <p:cNvGrpSpPr/>
                <p:nvPr/>
              </p:nvGrpSpPr>
              <p:grpSpPr>
                <a:xfrm>
                  <a:off x="3253156" y="694592"/>
                  <a:ext cx="1863969" cy="1204547"/>
                  <a:chOff x="3253156" y="694592"/>
                  <a:chExt cx="1863969" cy="1204547"/>
                </a:xfrm>
              </p:grpSpPr>
              <p:sp>
                <p:nvSpPr>
                  <p:cNvPr id="2" name="橢圓 1"/>
                  <p:cNvSpPr/>
                  <p:nvPr/>
                </p:nvSpPr>
                <p:spPr>
                  <a:xfrm>
                    <a:off x="3253156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 smtClean="0"/>
                      <a:t>Tree 1</a:t>
                    </a:r>
                    <a:endParaRPr lang="zh-TW" altLang="en-US" sz="1200" b="1" dirty="0"/>
                  </a:p>
                </p:txBody>
              </p:sp>
              <p:cxnSp>
                <p:nvCxnSpPr>
                  <p:cNvPr id="6" name="直線單箭頭接點 5"/>
                  <p:cNvCxnSpPr>
                    <a:stCxn id="2" idx="4"/>
                  </p:cNvCxnSpPr>
                  <p:nvPr/>
                </p:nvCxnSpPr>
                <p:spPr>
                  <a:xfrm flipH="1">
                    <a:off x="3745523" y="1441939"/>
                    <a:ext cx="439617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線單箭頭接點 28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" name="群組 30"/>
                <p:cNvGrpSpPr/>
                <p:nvPr/>
              </p:nvGrpSpPr>
              <p:grpSpPr>
                <a:xfrm>
                  <a:off x="2321169" y="1899138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32" name="橢圓 31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33" name="直線單箭頭接點 32"/>
                  <p:cNvCxnSpPr>
                    <a:stCxn id="32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線單箭頭接點 34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6" name="群組 35"/>
                <p:cNvGrpSpPr/>
                <p:nvPr/>
              </p:nvGrpSpPr>
              <p:grpSpPr>
                <a:xfrm>
                  <a:off x="4185139" y="1899138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37" name="橢圓 36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38" name="直線單箭頭接點 37"/>
                  <p:cNvCxnSpPr>
                    <a:stCxn id="37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線單箭頭接點 38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2" name="群組 41"/>
                <p:cNvGrpSpPr/>
                <p:nvPr/>
              </p:nvGrpSpPr>
              <p:grpSpPr>
                <a:xfrm>
                  <a:off x="1107828" y="3103684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43" name="橢圓 42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44" name="直線單箭頭接點 43"/>
                  <p:cNvCxnSpPr>
                    <a:stCxn id="43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線單箭頭接點 45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群組 46"/>
                <p:cNvGrpSpPr/>
                <p:nvPr/>
              </p:nvGrpSpPr>
              <p:grpSpPr>
                <a:xfrm>
                  <a:off x="5380893" y="3103684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48" name="橢圓 47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51" name="直線單箭頭接點 50"/>
                  <p:cNvCxnSpPr>
                    <a:stCxn id="48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線單箭頭接點 52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矩形 9"/>
                <p:cNvSpPr/>
                <p:nvPr/>
              </p:nvSpPr>
              <p:spPr>
                <a:xfrm>
                  <a:off x="3006968" y="3178417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4202723" y="3178417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57" name="矩形 56"/>
                <p:cNvSpPr/>
                <p:nvPr/>
              </p:nvSpPr>
              <p:spPr>
                <a:xfrm>
                  <a:off x="759068" y="4356585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58" name="矩形 57"/>
                <p:cNvSpPr/>
                <p:nvPr/>
              </p:nvSpPr>
              <p:spPr>
                <a:xfrm>
                  <a:off x="2242038" y="4356584"/>
                  <a:ext cx="1143000" cy="59787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59" name="矩形 58"/>
                <p:cNvSpPr/>
                <p:nvPr/>
              </p:nvSpPr>
              <p:spPr>
                <a:xfrm>
                  <a:off x="4999891" y="4360979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60" name="矩形 59"/>
                <p:cNvSpPr/>
                <p:nvPr/>
              </p:nvSpPr>
              <p:spPr>
                <a:xfrm>
                  <a:off x="6482861" y="4360978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</p:grpSp>
          <p:grpSp>
            <p:nvGrpSpPr>
              <p:cNvPr id="30" name="群組 29"/>
              <p:cNvGrpSpPr/>
              <p:nvPr/>
            </p:nvGrpSpPr>
            <p:grpSpPr>
              <a:xfrm>
                <a:off x="4807729" y="2889968"/>
                <a:ext cx="2986455" cy="2620110"/>
                <a:chOff x="759068" y="694592"/>
                <a:chExt cx="6866793" cy="4264264"/>
              </a:xfrm>
            </p:grpSpPr>
            <p:grpSp>
              <p:nvGrpSpPr>
                <p:cNvPr id="34" name="群組 33"/>
                <p:cNvGrpSpPr/>
                <p:nvPr/>
              </p:nvGrpSpPr>
              <p:grpSpPr>
                <a:xfrm>
                  <a:off x="3253154" y="694592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75" name="橢圓 74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/>
                      <a:t>Tree </a:t>
                    </a:r>
                    <a:r>
                      <a:rPr lang="en-US" altLang="zh-TW" sz="1200" b="1" dirty="0" smtClean="0"/>
                      <a:t>2</a:t>
                    </a:r>
                    <a:endParaRPr lang="zh-TW" altLang="en-US" sz="1200" b="1" dirty="0"/>
                  </a:p>
                </p:txBody>
              </p:sp>
              <p:cxnSp>
                <p:nvCxnSpPr>
                  <p:cNvPr id="76" name="直線單箭頭接點 75"/>
                  <p:cNvCxnSpPr>
                    <a:stCxn id="75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直線單箭頭接點 76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群組 39"/>
                <p:cNvGrpSpPr/>
                <p:nvPr/>
              </p:nvGrpSpPr>
              <p:grpSpPr>
                <a:xfrm>
                  <a:off x="2321169" y="1899138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72" name="橢圓 71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73" name="直線單箭頭接點 72"/>
                  <p:cNvCxnSpPr>
                    <a:stCxn id="72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線單箭頭接點 73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" name="群組 40"/>
                <p:cNvGrpSpPr/>
                <p:nvPr/>
              </p:nvGrpSpPr>
              <p:grpSpPr>
                <a:xfrm>
                  <a:off x="4185139" y="1899138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69" name="橢圓 68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70" name="直線單箭頭接點 69"/>
                  <p:cNvCxnSpPr>
                    <a:stCxn id="69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線單箭頭接點 70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5" name="群組 44"/>
                <p:cNvGrpSpPr/>
                <p:nvPr/>
              </p:nvGrpSpPr>
              <p:grpSpPr>
                <a:xfrm>
                  <a:off x="1107828" y="3103684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66" name="橢圓 65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67" name="直線單箭頭接點 66"/>
                  <p:cNvCxnSpPr>
                    <a:stCxn id="66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線單箭頭接點 67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" name="群組 48"/>
                <p:cNvGrpSpPr/>
                <p:nvPr/>
              </p:nvGrpSpPr>
              <p:grpSpPr>
                <a:xfrm>
                  <a:off x="5380893" y="3103684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63" name="橢圓 62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64" name="直線單箭頭接點 63"/>
                  <p:cNvCxnSpPr>
                    <a:stCxn id="63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線單箭頭接點 64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" name="矩形 49"/>
                <p:cNvSpPr/>
                <p:nvPr/>
              </p:nvSpPr>
              <p:spPr>
                <a:xfrm>
                  <a:off x="3006968" y="3178417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4202723" y="3178417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54" name="矩形 53"/>
                <p:cNvSpPr/>
                <p:nvPr/>
              </p:nvSpPr>
              <p:spPr>
                <a:xfrm>
                  <a:off x="759068" y="4356585"/>
                  <a:ext cx="1143000" cy="59787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>
                  <a:off x="2242038" y="4356584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>
                  <a:off x="4999891" y="4360979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6482861" y="4360978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</p:grpSp>
          <p:grpSp>
            <p:nvGrpSpPr>
              <p:cNvPr id="78" name="群組 77"/>
              <p:cNvGrpSpPr/>
              <p:nvPr/>
            </p:nvGrpSpPr>
            <p:grpSpPr>
              <a:xfrm>
                <a:off x="8977236" y="2887267"/>
                <a:ext cx="2986455" cy="2620110"/>
                <a:chOff x="759068" y="694592"/>
                <a:chExt cx="6866793" cy="4264264"/>
              </a:xfrm>
            </p:grpSpPr>
            <p:grpSp>
              <p:nvGrpSpPr>
                <p:cNvPr id="79" name="群組 78"/>
                <p:cNvGrpSpPr/>
                <p:nvPr/>
              </p:nvGrpSpPr>
              <p:grpSpPr>
                <a:xfrm>
                  <a:off x="3253154" y="694592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102" name="橢圓 101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0" b="1" dirty="0"/>
                      <a:t>Tree N</a:t>
                    </a:r>
                    <a:endParaRPr lang="zh-TW" altLang="en-US" sz="1100" b="1" dirty="0"/>
                  </a:p>
                </p:txBody>
              </p:sp>
              <p:cxnSp>
                <p:nvCxnSpPr>
                  <p:cNvPr id="103" name="直線單箭頭接點 102"/>
                  <p:cNvCxnSpPr>
                    <a:stCxn id="102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單箭頭接點 103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0" name="群組 79"/>
                <p:cNvGrpSpPr/>
                <p:nvPr/>
              </p:nvGrpSpPr>
              <p:grpSpPr>
                <a:xfrm>
                  <a:off x="2321169" y="1899138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99" name="橢圓 98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100" name="直線單箭頭接點 99"/>
                  <p:cNvCxnSpPr>
                    <a:stCxn id="99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單箭頭接點 100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" name="群組 80"/>
                <p:cNvGrpSpPr/>
                <p:nvPr/>
              </p:nvGrpSpPr>
              <p:grpSpPr>
                <a:xfrm>
                  <a:off x="4185139" y="1899138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96" name="橢圓 95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97" name="直線單箭頭接點 96"/>
                  <p:cNvCxnSpPr>
                    <a:stCxn id="96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直線單箭頭接點 97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2" name="群組 81"/>
                <p:cNvGrpSpPr/>
                <p:nvPr/>
              </p:nvGrpSpPr>
              <p:grpSpPr>
                <a:xfrm>
                  <a:off x="1107828" y="3103684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93" name="橢圓 92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94" name="直線單箭頭接點 93"/>
                  <p:cNvCxnSpPr>
                    <a:stCxn id="93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單箭頭接點 94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3" name="群組 82"/>
                <p:cNvGrpSpPr/>
                <p:nvPr/>
              </p:nvGrpSpPr>
              <p:grpSpPr>
                <a:xfrm>
                  <a:off x="5380893" y="3103684"/>
                  <a:ext cx="1863969" cy="1204546"/>
                  <a:chOff x="3253154" y="694592"/>
                  <a:chExt cx="1863969" cy="1204546"/>
                </a:xfrm>
              </p:grpSpPr>
              <p:sp>
                <p:nvSpPr>
                  <p:cNvPr id="90" name="橢圓 89"/>
                  <p:cNvSpPr/>
                  <p:nvPr/>
                </p:nvSpPr>
                <p:spPr>
                  <a:xfrm>
                    <a:off x="3253154" y="694592"/>
                    <a:ext cx="1863969" cy="74734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400" dirty="0"/>
                  </a:p>
                </p:txBody>
              </p:sp>
              <p:cxnSp>
                <p:nvCxnSpPr>
                  <p:cNvPr id="91" name="直線單箭頭接點 90"/>
                  <p:cNvCxnSpPr>
                    <a:stCxn id="90" idx="4"/>
                  </p:cNvCxnSpPr>
                  <p:nvPr/>
                </p:nvCxnSpPr>
                <p:spPr>
                  <a:xfrm flipH="1">
                    <a:off x="3745523" y="1441938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單箭頭接點 91"/>
                  <p:cNvCxnSpPr/>
                  <p:nvPr/>
                </p:nvCxnSpPr>
                <p:spPr>
                  <a:xfrm rot="16200000" flipH="1">
                    <a:off x="4193930" y="1450730"/>
                    <a:ext cx="439616" cy="4572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4" name="矩形 83"/>
                <p:cNvSpPr/>
                <p:nvPr/>
              </p:nvSpPr>
              <p:spPr>
                <a:xfrm>
                  <a:off x="3006968" y="3178417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4202723" y="3178417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759068" y="4356585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2242038" y="4356584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4999891" y="4360979"/>
                  <a:ext cx="1143000" cy="59787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6482861" y="4360978"/>
                  <a:ext cx="1143000" cy="59787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/>
                </a:p>
              </p:txBody>
            </p:sp>
          </p:grpSp>
          <p:sp>
            <p:nvSpPr>
              <p:cNvPr id="3" name="文字方塊 2"/>
              <p:cNvSpPr txBox="1"/>
              <p:nvPr/>
            </p:nvSpPr>
            <p:spPr>
              <a:xfrm>
                <a:off x="8112735" y="4113679"/>
                <a:ext cx="550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000" b="1" dirty="0" smtClean="0"/>
                  <a:t>…</a:t>
                </a:r>
                <a:endParaRPr lang="zh-TW" altLang="en-US" sz="4000" b="1" dirty="0"/>
              </a:p>
            </p:txBody>
          </p:sp>
        </p:grpSp>
        <p:sp>
          <p:nvSpPr>
            <p:cNvPr id="5" name="文字方塊 4"/>
            <p:cNvSpPr txBox="1"/>
            <p:nvPr/>
          </p:nvSpPr>
          <p:spPr>
            <a:xfrm>
              <a:off x="5835423" y="606671"/>
              <a:ext cx="8847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/>
                <a:t>Data</a:t>
              </a:r>
              <a:endParaRPr lang="zh-TW" altLang="en-US" sz="2800" b="1" dirty="0"/>
            </a:p>
          </p:txBody>
        </p:sp>
        <p:cxnSp>
          <p:nvCxnSpPr>
            <p:cNvPr id="8" name="直線單箭頭接點 7"/>
            <p:cNvCxnSpPr>
              <a:stCxn id="5" idx="2"/>
              <a:endCxn id="2" idx="0"/>
            </p:cNvCxnSpPr>
            <p:nvPr/>
          </p:nvCxnSpPr>
          <p:spPr>
            <a:xfrm flipH="1">
              <a:off x="2284279" y="1129891"/>
              <a:ext cx="3993509" cy="92750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5" idx="2"/>
              <a:endCxn id="75" idx="0"/>
            </p:cNvCxnSpPr>
            <p:nvPr/>
          </p:nvCxnSpPr>
          <p:spPr>
            <a:xfrm flipH="1">
              <a:off x="5673517" y="1129891"/>
              <a:ext cx="604271" cy="92480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stCxn id="5" idx="2"/>
              <a:endCxn id="102" idx="0"/>
            </p:cNvCxnSpPr>
            <p:nvPr/>
          </p:nvCxnSpPr>
          <p:spPr>
            <a:xfrm>
              <a:off x="6277788" y="1129891"/>
              <a:ext cx="3565236" cy="92210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向下箭號 22"/>
            <p:cNvSpPr/>
            <p:nvPr/>
          </p:nvSpPr>
          <p:spPr>
            <a:xfrm>
              <a:off x="1544941" y="4734237"/>
              <a:ext cx="271497" cy="3516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向下箭號 104"/>
            <p:cNvSpPr/>
            <p:nvPr/>
          </p:nvSpPr>
          <p:spPr>
            <a:xfrm>
              <a:off x="4296278" y="4734237"/>
              <a:ext cx="271497" cy="3516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6" name="向下箭號 105"/>
            <p:cNvSpPr/>
            <p:nvPr/>
          </p:nvSpPr>
          <p:spPr>
            <a:xfrm>
              <a:off x="10310172" y="4731536"/>
              <a:ext cx="271497" cy="3516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1074442" y="5075219"/>
              <a:ext cx="1226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/>
                <a:t>Class A</a:t>
              </a:r>
              <a:endParaRPr lang="zh-TW" altLang="en-US" sz="2800" b="1" dirty="0"/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3818717" y="5075219"/>
              <a:ext cx="1226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/>
                <a:t>Class B</a:t>
              </a:r>
              <a:endParaRPr lang="zh-TW" altLang="en-US" sz="2800" b="1" dirty="0"/>
            </a:p>
          </p:txBody>
        </p:sp>
        <p:sp>
          <p:nvSpPr>
            <p:cNvPr id="109" name="文字方塊 108"/>
            <p:cNvSpPr txBox="1"/>
            <p:nvPr/>
          </p:nvSpPr>
          <p:spPr>
            <a:xfrm>
              <a:off x="9850671" y="5075219"/>
              <a:ext cx="1226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/>
                <a:t>Class A</a:t>
              </a:r>
              <a:endParaRPr lang="zh-TW" altLang="en-US" sz="2800" b="1" dirty="0"/>
            </a:p>
          </p:txBody>
        </p:sp>
        <p:sp>
          <p:nvSpPr>
            <p:cNvPr id="25" name="圓角矩形 24"/>
            <p:cNvSpPr/>
            <p:nvPr/>
          </p:nvSpPr>
          <p:spPr>
            <a:xfrm>
              <a:off x="5321000" y="5987561"/>
              <a:ext cx="1901808" cy="87043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Final Result</a:t>
              </a:r>
            </a:p>
            <a:p>
              <a:pPr algn="ctr"/>
              <a:r>
                <a:rPr lang="en-US" altLang="zh-TW" b="1" dirty="0">
                  <a:solidFill>
                    <a:srgbClr val="FF0000"/>
                  </a:solidFill>
                </a:rPr>
                <a:t>Class </a:t>
              </a:r>
              <a:r>
                <a:rPr lang="en-US" altLang="zh-TW" b="1" dirty="0" smtClean="0">
                  <a:solidFill>
                    <a:srgbClr val="FF0000"/>
                  </a:solidFill>
                </a:rPr>
                <a:t>A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11" name="直線單箭頭接點 110"/>
            <p:cNvCxnSpPr>
              <a:stCxn id="107" idx="2"/>
              <a:endCxn id="25" idx="0"/>
            </p:cNvCxnSpPr>
            <p:nvPr/>
          </p:nvCxnSpPr>
          <p:spPr>
            <a:xfrm>
              <a:off x="1687751" y="5598439"/>
              <a:ext cx="4584153" cy="38912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單箭頭接點 112"/>
            <p:cNvCxnSpPr>
              <a:stCxn id="108" idx="2"/>
              <a:endCxn id="25" idx="0"/>
            </p:cNvCxnSpPr>
            <p:nvPr/>
          </p:nvCxnSpPr>
          <p:spPr>
            <a:xfrm>
              <a:off x="4432026" y="5598439"/>
              <a:ext cx="1839878" cy="38912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單箭頭接點 114"/>
            <p:cNvCxnSpPr>
              <a:stCxn id="109" idx="2"/>
              <a:endCxn id="25" idx="0"/>
            </p:cNvCxnSpPr>
            <p:nvPr/>
          </p:nvCxnSpPr>
          <p:spPr>
            <a:xfrm flipH="1">
              <a:off x="6271904" y="5598439"/>
              <a:ext cx="4192076" cy="38912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18</Words>
  <Application>Microsoft Office PowerPoint</Application>
  <PresentationFormat>寬螢幕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54</cp:revision>
  <dcterms:created xsi:type="dcterms:W3CDTF">2019-03-14T14:30:29Z</dcterms:created>
  <dcterms:modified xsi:type="dcterms:W3CDTF">2019-03-18T12:04:28Z</dcterms:modified>
</cp:coreProperties>
</file>