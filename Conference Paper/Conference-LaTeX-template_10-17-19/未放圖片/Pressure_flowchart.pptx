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7883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795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175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1613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3451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347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2686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6610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0473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906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1637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2011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圓角矩形 10"/>
          <p:cNvSpPr/>
          <p:nvPr/>
        </p:nvSpPr>
        <p:spPr>
          <a:xfrm>
            <a:off x="3975212" y="482959"/>
            <a:ext cx="3523524" cy="75831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Pressure </a:t>
            </a:r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sensing the </a:t>
            </a:r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weight.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4562100" y="1739118"/>
            <a:ext cx="2349749" cy="83971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</a:t>
            </a:r>
            <a:r>
              <a:rPr lang="en-US" altLang="zh-TW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pressure information.</a:t>
            </a:r>
            <a:endParaRPr lang="en-US" altLang="zh-TW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直線單箭頭接點 40"/>
          <p:cNvCxnSpPr/>
          <p:nvPr/>
        </p:nvCxnSpPr>
        <p:spPr>
          <a:xfrm>
            <a:off x="5736979" y="1258857"/>
            <a:ext cx="0" cy="4626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>
            <a:off x="5736974" y="2578831"/>
            <a:ext cx="0" cy="4626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730255" y="3035550"/>
            <a:ext cx="2013438" cy="7385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Pressure Array[K</a:t>
            </a:r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941883" y="1369786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If K&lt;10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32" name="直線單箭頭接點 31"/>
          <p:cNvCxnSpPr/>
          <p:nvPr/>
        </p:nvCxnSpPr>
        <p:spPr>
          <a:xfrm>
            <a:off x="5758955" y="3786290"/>
            <a:ext cx="0" cy="4626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5736974" y="3813086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If K=9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737580" y="4253090"/>
            <a:ext cx="2013438" cy="7385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</a:p>
          <a:p>
            <a:pPr algn="ctr"/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Pressure Array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4343393" y="5431283"/>
            <a:ext cx="2831123" cy="83971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</a:t>
            </a:r>
            <a:r>
              <a:rPr lang="en-US" altLang="zh-TW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Pressure </a:t>
            </a:r>
            <a:r>
              <a:rPr lang="en-US" altLang="zh-TW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Max(Pressure Array</a:t>
            </a:r>
            <a:r>
              <a:rPr lang="en-US" altLang="zh-TW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37" name="直線單箭頭接點 36"/>
          <p:cNvCxnSpPr/>
          <p:nvPr/>
        </p:nvCxnSpPr>
        <p:spPr>
          <a:xfrm>
            <a:off x="5747227" y="4987519"/>
            <a:ext cx="0" cy="4626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肘形接點 4"/>
          <p:cNvCxnSpPr>
            <a:stCxn id="16" idx="2"/>
            <a:endCxn id="11" idx="1"/>
          </p:cNvCxnSpPr>
          <p:nvPr/>
        </p:nvCxnSpPr>
        <p:spPr>
          <a:xfrm rot="10800000">
            <a:off x="3975212" y="862117"/>
            <a:ext cx="586888" cy="1296859"/>
          </a:xfrm>
          <a:prstGeom prst="bentConnector3">
            <a:avLst>
              <a:gd name="adj1" fmla="val 13895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376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26</Words>
  <Application>Microsoft Office PowerPoint</Application>
  <PresentationFormat>寬螢幕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Times New Roman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57</cp:revision>
  <dcterms:created xsi:type="dcterms:W3CDTF">2019-03-14T14:30:29Z</dcterms:created>
  <dcterms:modified xsi:type="dcterms:W3CDTF">2019-05-18T11:15:51Z</dcterms:modified>
</cp:coreProperties>
</file>