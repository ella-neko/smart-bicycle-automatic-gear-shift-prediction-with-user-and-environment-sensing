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/>
          <p:cNvGrpSpPr/>
          <p:nvPr/>
        </p:nvGrpSpPr>
        <p:grpSpPr>
          <a:xfrm>
            <a:off x="2930768" y="1169376"/>
            <a:ext cx="6866793" cy="4264264"/>
            <a:chOff x="759068" y="694592"/>
            <a:chExt cx="6866793" cy="4264264"/>
          </a:xfrm>
        </p:grpSpPr>
        <p:grpSp>
          <p:nvGrpSpPr>
            <p:cNvPr id="9" name="群組 8"/>
            <p:cNvGrpSpPr/>
            <p:nvPr/>
          </p:nvGrpSpPr>
          <p:grpSpPr>
            <a:xfrm>
              <a:off x="3253154" y="694592"/>
              <a:ext cx="1863969" cy="1204546"/>
              <a:chOff x="3253154" y="694592"/>
              <a:chExt cx="1863969" cy="1204546"/>
            </a:xfrm>
          </p:grpSpPr>
          <p:sp>
            <p:nvSpPr>
              <p:cNvPr id="2" name="橢圓 1"/>
              <p:cNvSpPr/>
              <p:nvPr/>
            </p:nvSpPr>
            <p:spPr>
              <a:xfrm>
                <a:off x="3253154" y="694592"/>
                <a:ext cx="1863969" cy="7473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/>
                  <a:t>主節點</a:t>
                </a:r>
                <a:endParaRPr lang="zh-TW" altLang="en-US" dirty="0"/>
              </a:p>
            </p:txBody>
          </p:sp>
          <p:cxnSp>
            <p:nvCxnSpPr>
              <p:cNvPr id="6" name="直線單箭頭接點 5"/>
              <p:cNvCxnSpPr>
                <a:stCxn id="2" idx="4"/>
              </p:cNvCxnSpPr>
              <p:nvPr/>
            </p:nvCxnSpPr>
            <p:spPr>
              <a:xfrm flipH="1">
                <a:off x="3745523" y="1441938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單箭頭接點 28"/>
              <p:cNvCxnSpPr/>
              <p:nvPr/>
            </p:nvCxnSpPr>
            <p:spPr>
              <a:xfrm rot="16200000" flipH="1">
                <a:off x="4193930" y="1450730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群組 30"/>
            <p:cNvGrpSpPr/>
            <p:nvPr/>
          </p:nvGrpSpPr>
          <p:grpSpPr>
            <a:xfrm>
              <a:off x="2321169" y="1899138"/>
              <a:ext cx="1863969" cy="1204546"/>
              <a:chOff x="3253154" y="694592"/>
              <a:chExt cx="1863969" cy="1204546"/>
            </a:xfrm>
          </p:grpSpPr>
          <p:sp>
            <p:nvSpPr>
              <p:cNvPr id="32" name="橢圓 31"/>
              <p:cNvSpPr/>
              <p:nvPr/>
            </p:nvSpPr>
            <p:spPr>
              <a:xfrm>
                <a:off x="3253154" y="694592"/>
                <a:ext cx="1863969" cy="7473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/>
                  <a:t>子節點</a:t>
                </a:r>
                <a:endParaRPr lang="zh-TW" altLang="en-US" dirty="0"/>
              </a:p>
            </p:txBody>
          </p:sp>
          <p:cxnSp>
            <p:nvCxnSpPr>
              <p:cNvPr id="33" name="直線單箭頭接點 32"/>
              <p:cNvCxnSpPr>
                <a:stCxn id="32" idx="4"/>
              </p:cNvCxnSpPr>
              <p:nvPr/>
            </p:nvCxnSpPr>
            <p:spPr>
              <a:xfrm flipH="1">
                <a:off x="3745523" y="1441938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單箭頭接點 34"/>
              <p:cNvCxnSpPr/>
              <p:nvPr/>
            </p:nvCxnSpPr>
            <p:spPr>
              <a:xfrm rot="16200000" flipH="1">
                <a:off x="4193930" y="1450730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群組 35"/>
            <p:cNvGrpSpPr/>
            <p:nvPr/>
          </p:nvGrpSpPr>
          <p:grpSpPr>
            <a:xfrm>
              <a:off x="4185139" y="1899138"/>
              <a:ext cx="1863969" cy="1204546"/>
              <a:chOff x="3253154" y="694592"/>
              <a:chExt cx="1863969" cy="1204546"/>
            </a:xfrm>
          </p:grpSpPr>
          <p:sp>
            <p:nvSpPr>
              <p:cNvPr id="37" name="橢圓 36"/>
              <p:cNvSpPr/>
              <p:nvPr/>
            </p:nvSpPr>
            <p:spPr>
              <a:xfrm>
                <a:off x="3253154" y="694592"/>
                <a:ext cx="1863969" cy="7473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/>
                  <a:t>子節點</a:t>
                </a:r>
                <a:endParaRPr lang="zh-TW" altLang="en-US" dirty="0"/>
              </a:p>
            </p:txBody>
          </p:sp>
          <p:cxnSp>
            <p:nvCxnSpPr>
              <p:cNvPr id="38" name="直線單箭頭接點 37"/>
              <p:cNvCxnSpPr>
                <a:stCxn id="37" idx="4"/>
              </p:cNvCxnSpPr>
              <p:nvPr/>
            </p:nvCxnSpPr>
            <p:spPr>
              <a:xfrm flipH="1">
                <a:off x="3745523" y="1441938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單箭頭接點 38"/>
              <p:cNvCxnSpPr/>
              <p:nvPr/>
            </p:nvCxnSpPr>
            <p:spPr>
              <a:xfrm rot="16200000" flipH="1">
                <a:off x="4193930" y="1450730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群組 41"/>
            <p:cNvGrpSpPr/>
            <p:nvPr/>
          </p:nvGrpSpPr>
          <p:grpSpPr>
            <a:xfrm>
              <a:off x="1107828" y="3103684"/>
              <a:ext cx="1863969" cy="1204546"/>
              <a:chOff x="3253154" y="694592"/>
              <a:chExt cx="1863969" cy="1204546"/>
            </a:xfrm>
          </p:grpSpPr>
          <p:sp>
            <p:nvSpPr>
              <p:cNvPr id="43" name="橢圓 42"/>
              <p:cNvSpPr/>
              <p:nvPr/>
            </p:nvSpPr>
            <p:spPr>
              <a:xfrm>
                <a:off x="3253154" y="694592"/>
                <a:ext cx="1863969" cy="7473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/>
                  <a:t>子節點</a:t>
                </a:r>
                <a:endParaRPr lang="zh-TW" altLang="en-US" dirty="0"/>
              </a:p>
            </p:txBody>
          </p:sp>
          <p:cxnSp>
            <p:nvCxnSpPr>
              <p:cNvPr id="44" name="直線單箭頭接點 43"/>
              <p:cNvCxnSpPr>
                <a:stCxn id="43" idx="4"/>
              </p:cNvCxnSpPr>
              <p:nvPr/>
            </p:nvCxnSpPr>
            <p:spPr>
              <a:xfrm flipH="1">
                <a:off x="3745523" y="1441938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單箭頭接點 45"/>
              <p:cNvCxnSpPr/>
              <p:nvPr/>
            </p:nvCxnSpPr>
            <p:spPr>
              <a:xfrm rot="16200000" flipH="1">
                <a:off x="4193930" y="1450730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群組 46"/>
            <p:cNvGrpSpPr/>
            <p:nvPr/>
          </p:nvGrpSpPr>
          <p:grpSpPr>
            <a:xfrm>
              <a:off x="5380893" y="3103684"/>
              <a:ext cx="1863969" cy="1204546"/>
              <a:chOff x="3253154" y="694592"/>
              <a:chExt cx="1863969" cy="1204546"/>
            </a:xfrm>
          </p:grpSpPr>
          <p:sp>
            <p:nvSpPr>
              <p:cNvPr id="48" name="橢圓 47"/>
              <p:cNvSpPr/>
              <p:nvPr/>
            </p:nvSpPr>
            <p:spPr>
              <a:xfrm>
                <a:off x="3253154" y="694592"/>
                <a:ext cx="1863969" cy="74734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 smtClean="0"/>
                  <a:t>子節點</a:t>
                </a:r>
                <a:endParaRPr lang="zh-TW" altLang="en-US" dirty="0"/>
              </a:p>
            </p:txBody>
          </p:sp>
          <p:cxnSp>
            <p:nvCxnSpPr>
              <p:cNvPr id="51" name="直線單箭頭接點 50"/>
              <p:cNvCxnSpPr>
                <a:stCxn id="48" idx="4"/>
              </p:cNvCxnSpPr>
              <p:nvPr/>
            </p:nvCxnSpPr>
            <p:spPr>
              <a:xfrm flipH="1">
                <a:off x="3745523" y="1441938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單箭頭接點 52"/>
              <p:cNvCxnSpPr/>
              <p:nvPr/>
            </p:nvCxnSpPr>
            <p:spPr>
              <a:xfrm rot="16200000" flipH="1">
                <a:off x="4193930" y="1450730"/>
                <a:ext cx="439616" cy="4572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3006968" y="3178417"/>
              <a:ext cx="1143000" cy="597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葉子節點</a:t>
              </a:r>
              <a:endParaRPr lang="zh-TW" altLang="en-US" dirty="0"/>
            </a:p>
          </p:txBody>
        </p:sp>
        <p:sp>
          <p:nvSpPr>
            <p:cNvPr id="56" name="矩形 55"/>
            <p:cNvSpPr/>
            <p:nvPr/>
          </p:nvSpPr>
          <p:spPr>
            <a:xfrm>
              <a:off x="4202723" y="3178417"/>
              <a:ext cx="1143000" cy="597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葉子節點</a:t>
              </a:r>
              <a:endParaRPr lang="zh-TW" altLang="en-US" dirty="0"/>
            </a:p>
          </p:txBody>
        </p:sp>
        <p:sp>
          <p:nvSpPr>
            <p:cNvPr id="57" name="矩形 56"/>
            <p:cNvSpPr/>
            <p:nvPr/>
          </p:nvSpPr>
          <p:spPr>
            <a:xfrm>
              <a:off x="759068" y="4356585"/>
              <a:ext cx="1143000" cy="597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葉子節點</a:t>
              </a:r>
              <a:endParaRPr lang="zh-TW" altLang="en-US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2242038" y="4356584"/>
              <a:ext cx="1143000" cy="597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葉子節點</a:t>
              </a:r>
              <a:endParaRPr lang="zh-TW" altLang="en-US" dirty="0"/>
            </a:p>
          </p:txBody>
        </p:sp>
        <p:sp>
          <p:nvSpPr>
            <p:cNvPr id="59" name="矩形 58"/>
            <p:cNvSpPr/>
            <p:nvPr/>
          </p:nvSpPr>
          <p:spPr>
            <a:xfrm>
              <a:off x="4999891" y="4360979"/>
              <a:ext cx="1143000" cy="597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葉子節點</a:t>
              </a:r>
              <a:endParaRPr lang="zh-TW" altLang="en-US" dirty="0"/>
            </a:p>
          </p:txBody>
        </p:sp>
        <p:sp>
          <p:nvSpPr>
            <p:cNvPr id="60" name="矩形 59"/>
            <p:cNvSpPr/>
            <p:nvPr/>
          </p:nvSpPr>
          <p:spPr>
            <a:xfrm>
              <a:off x="6482861" y="4360978"/>
              <a:ext cx="1143000" cy="59787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 smtClean="0"/>
                <a:t>葉子節點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22</Words>
  <Application>Microsoft Office PowerPoint</Application>
  <PresentationFormat>寬螢幕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43</cp:revision>
  <dcterms:created xsi:type="dcterms:W3CDTF">2019-03-14T14:30:29Z</dcterms:created>
  <dcterms:modified xsi:type="dcterms:W3CDTF">2019-03-18T09:43:53Z</dcterms:modified>
</cp:coreProperties>
</file>