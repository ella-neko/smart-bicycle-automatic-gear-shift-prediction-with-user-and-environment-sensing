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群組 33"/>
          <p:cNvGrpSpPr/>
          <p:nvPr/>
        </p:nvGrpSpPr>
        <p:grpSpPr>
          <a:xfrm>
            <a:off x="4291724" y="1952115"/>
            <a:ext cx="3361232" cy="1977739"/>
            <a:chOff x="3781770" y="1354238"/>
            <a:chExt cx="3361232" cy="1977739"/>
          </a:xfrm>
        </p:grpSpPr>
        <p:grpSp>
          <p:nvGrpSpPr>
            <p:cNvPr id="28" name="群組 27"/>
            <p:cNvGrpSpPr/>
            <p:nvPr/>
          </p:nvGrpSpPr>
          <p:grpSpPr>
            <a:xfrm>
              <a:off x="4349079" y="1354238"/>
              <a:ext cx="1925516" cy="1885831"/>
              <a:chOff x="4349079" y="1354238"/>
              <a:chExt cx="1925516" cy="1885831"/>
            </a:xfrm>
          </p:grpSpPr>
          <p:grpSp>
            <p:nvGrpSpPr>
              <p:cNvPr id="21" name="群組 20"/>
              <p:cNvGrpSpPr/>
              <p:nvPr/>
            </p:nvGrpSpPr>
            <p:grpSpPr>
              <a:xfrm>
                <a:off x="4349079" y="1354238"/>
                <a:ext cx="1925516" cy="1885831"/>
                <a:chOff x="4349079" y="1354238"/>
                <a:chExt cx="1925516" cy="1885831"/>
              </a:xfrm>
            </p:grpSpPr>
            <p:grpSp>
              <p:nvGrpSpPr>
                <p:cNvPr id="5" name="群組 4"/>
                <p:cNvGrpSpPr/>
                <p:nvPr/>
              </p:nvGrpSpPr>
              <p:grpSpPr>
                <a:xfrm>
                  <a:off x="4349079" y="1354238"/>
                  <a:ext cx="1925516" cy="931426"/>
                  <a:chOff x="4264269" y="1398535"/>
                  <a:chExt cx="1925516" cy="931426"/>
                </a:xfrm>
              </p:grpSpPr>
              <p:sp>
                <p:nvSpPr>
                  <p:cNvPr id="2" name="流程圖: 延遲 1"/>
                  <p:cNvSpPr/>
                  <p:nvPr/>
                </p:nvSpPr>
                <p:spPr>
                  <a:xfrm>
                    <a:off x="4264269" y="1600200"/>
                    <a:ext cx="1925516" cy="729761"/>
                  </a:xfrm>
                  <a:prstGeom prst="flowChartDelay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5" name="流程圖: 延遲 44"/>
                  <p:cNvSpPr/>
                  <p:nvPr/>
                </p:nvSpPr>
                <p:spPr>
                  <a:xfrm rot="891723">
                    <a:off x="5548558" y="1398535"/>
                    <a:ext cx="623802" cy="705348"/>
                  </a:xfrm>
                  <a:prstGeom prst="flowChartDelay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scene3d>
                    <a:camera prst="isometricOffAxis1Top"/>
                    <a:lightRig rig="threePt" dir="t"/>
                  </a:scene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6" name="群組 15"/>
                <p:cNvGrpSpPr/>
                <p:nvPr/>
              </p:nvGrpSpPr>
              <p:grpSpPr>
                <a:xfrm>
                  <a:off x="4845845" y="2088069"/>
                  <a:ext cx="1428750" cy="1152000"/>
                  <a:chOff x="4845845" y="2088069"/>
                  <a:chExt cx="1428750" cy="1152000"/>
                </a:xfrm>
              </p:grpSpPr>
              <p:grpSp>
                <p:nvGrpSpPr>
                  <p:cNvPr id="14" name="群組 13"/>
                  <p:cNvGrpSpPr/>
                  <p:nvPr/>
                </p:nvGrpSpPr>
                <p:grpSpPr>
                  <a:xfrm>
                    <a:off x="4845845" y="2470636"/>
                    <a:ext cx="1428750" cy="703102"/>
                    <a:chOff x="4845845" y="2470636"/>
                    <a:chExt cx="1428750" cy="703102"/>
                  </a:xfrm>
                </p:grpSpPr>
                <p:grpSp>
                  <p:nvGrpSpPr>
                    <p:cNvPr id="10" name="群組 9"/>
                    <p:cNvGrpSpPr/>
                    <p:nvPr/>
                  </p:nvGrpSpPr>
                  <p:grpSpPr>
                    <a:xfrm>
                      <a:off x="5245138" y="2536440"/>
                      <a:ext cx="615321" cy="255259"/>
                      <a:chOff x="5103934" y="2800209"/>
                      <a:chExt cx="615321" cy="255259"/>
                    </a:xfrm>
                  </p:grpSpPr>
                  <p:sp>
                    <p:nvSpPr>
                      <p:cNvPr id="9" name="直線圖說文字 2 (加上框線和強調線) 8"/>
                      <p:cNvSpPr/>
                      <p:nvPr/>
                    </p:nvSpPr>
                    <p:spPr>
                      <a:xfrm rot="16200000">
                        <a:off x="5468533" y="2804746"/>
                        <a:ext cx="255259" cy="246185"/>
                      </a:xfrm>
                      <a:prstGeom prst="accentBorderCallout2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  <p:sp>
                    <p:nvSpPr>
                      <p:cNvPr id="68" name="直線圖說文字 2 (加上框線和強調線) 67"/>
                      <p:cNvSpPr/>
                      <p:nvPr/>
                    </p:nvSpPr>
                    <p:spPr>
                      <a:xfrm rot="5400000" flipH="1">
                        <a:off x="5099397" y="2804746"/>
                        <a:ext cx="255259" cy="246185"/>
                      </a:xfrm>
                      <a:prstGeom prst="accentBorderCallout2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/>
                      </a:p>
                    </p:txBody>
                  </p:sp>
                </p:grpSp>
                <p:sp>
                  <p:nvSpPr>
                    <p:cNvPr id="11" name="半框架 10"/>
                    <p:cNvSpPr/>
                    <p:nvPr/>
                  </p:nvSpPr>
                  <p:spPr>
                    <a:xfrm flipV="1">
                      <a:off x="5034122" y="2470637"/>
                      <a:ext cx="211016" cy="575755"/>
                    </a:xfrm>
                    <a:prstGeom prst="half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9" name="半框架 68"/>
                    <p:cNvSpPr/>
                    <p:nvPr/>
                  </p:nvSpPr>
                  <p:spPr>
                    <a:xfrm flipH="1" flipV="1">
                      <a:off x="5877902" y="2470636"/>
                      <a:ext cx="211016" cy="575755"/>
                    </a:xfrm>
                    <a:prstGeom prst="halfFrame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3" name="減號 12"/>
                    <p:cNvSpPr/>
                    <p:nvPr/>
                  </p:nvSpPr>
                  <p:spPr>
                    <a:xfrm>
                      <a:off x="4845845" y="2843886"/>
                      <a:ext cx="1428750" cy="329852"/>
                    </a:xfrm>
                    <a:prstGeom prst="mathMinus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</p:grpSp>
              <p:sp>
                <p:nvSpPr>
                  <p:cNvPr id="15" name="減號 14"/>
                  <p:cNvSpPr/>
                  <p:nvPr/>
                </p:nvSpPr>
                <p:spPr>
                  <a:xfrm>
                    <a:off x="5529939" y="2088069"/>
                    <a:ext cx="45719" cy="1152000"/>
                  </a:xfrm>
                  <a:prstGeom prst="mathMinus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cxnSp>
            <p:nvCxnSpPr>
              <p:cNvPr id="23" name="直線單箭頭接點 22"/>
              <p:cNvCxnSpPr>
                <a:stCxn id="9" idx="0"/>
              </p:cNvCxnSpPr>
              <p:nvPr/>
            </p:nvCxnSpPr>
            <p:spPr>
              <a:xfrm flipH="1" flipV="1">
                <a:off x="5529939" y="2285664"/>
                <a:ext cx="207428" cy="25077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單箭頭接點 70"/>
              <p:cNvCxnSpPr>
                <a:endCxn id="68" idx="0"/>
              </p:cNvCxnSpPr>
              <p:nvPr/>
            </p:nvCxnSpPr>
            <p:spPr>
              <a:xfrm flipH="1">
                <a:off x="5368230" y="2285664"/>
                <a:ext cx="161709" cy="25077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直線單箭頭接點 29"/>
            <p:cNvCxnSpPr/>
            <p:nvPr/>
          </p:nvCxnSpPr>
          <p:spPr>
            <a:xfrm>
              <a:off x="5737366" y="2664069"/>
              <a:ext cx="689811" cy="344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單箭頭接點 71"/>
            <p:cNvCxnSpPr/>
            <p:nvPr/>
          </p:nvCxnSpPr>
          <p:spPr>
            <a:xfrm flipH="1">
              <a:off x="4629717" y="2664069"/>
              <a:ext cx="691200" cy="345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6370033" y="2824146"/>
              <a:ext cx="772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IR LED</a:t>
              </a: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3781770" y="2685646"/>
              <a:ext cx="10058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 smtClean="0"/>
                <a:t>Photo</a:t>
              </a:r>
            </a:p>
            <a:p>
              <a:pPr algn="ctr"/>
              <a:r>
                <a:rPr lang="en-US" altLang="zh-TW" dirty="0" smtClean="0"/>
                <a:t>Detector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</Words>
  <Application>Microsoft Office PowerPoint</Application>
  <PresentationFormat>寬螢幕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13</cp:revision>
  <dcterms:created xsi:type="dcterms:W3CDTF">2019-03-14T14:30:29Z</dcterms:created>
  <dcterms:modified xsi:type="dcterms:W3CDTF">2019-03-15T05:37:00Z</dcterms:modified>
</cp:coreProperties>
</file>