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群組 77"/>
          <p:cNvGrpSpPr/>
          <p:nvPr/>
        </p:nvGrpSpPr>
        <p:grpSpPr>
          <a:xfrm>
            <a:off x="4400291" y="1377834"/>
            <a:ext cx="2670468" cy="3191300"/>
            <a:chOff x="4400291" y="1377834"/>
            <a:chExt cx="2670468" cy="3191300"/>
          </a:xfrm>
        </p:grpSpPr>
        <p:grpSp>
          <p:nvGrpSpPr>
            <p:cNvPr id="76" name="群組 75"/>
            <p:cNvGrpSpPr/>
            <p:nvPr/>
          </p:nvGrpSpPr>
          <p:grpSpPr>
            <a:xfrm>
              <a:off x="4400291" y="1377834"/>
              <a:ext cx="2670468" cy="2960120"/>
              <a:chOff x="4400291" y="1377834"/>
              <a:chExt cx="2670468" cy="2960120"/>
            </a:xfrm>
          </p:grpSpPr>
          <p:grpSp>
            <p:nvGrpSpPr>
              <p:cNvPr id="65" name="群組 64"/>
              <p:cNvGrpSpPr/>
              <p:nvPr/>
            </p:nvGrpSpPr>
            <p:grpSpPr>
              <a:xfrm>
                <a:off x="4400291" y="1377834"/>
                <a:ext cx="2670468" cy="2955362"/>
                <a:chOff x="4400291" y="1377834"/>
                <a:chExt cx="2670468" cy="2955362"/>
              </a:xfrm>
            </p:grpSpPr>
            <p:grpSp>
              <p:nvGrpSpPr>
                <p:cNvPr id="42" name="群組 41"/>
                <p:cNvGrpSpPr/>
                <p:nvPr/>
              </p:nvGrpSpPr>
              <p:grpSpPr>
                <a:xfrm>
                  <a:off x="4869028" y="1377834"/>
                  <a:ext cx="1851681" cy="2506169"/>
                  <a:chOff x="4869028" y="1377834"/>
                  <a:chExt cx="1851681" cy="2506169"/>
                </a:xfrm>
              </p:grpSpPr>
              <p:grpSp>
                <p:nvGrpSpPr>
                  <p:cNvPr id="40" name="群組 39"/>
                  <p:cNvGrpSpPr/>
                  <p:nvPr/>
                </p:nvGrpSpPr>
                <p:grpSpPr>
                  <a:xfrm>
                    <a:off x="4946467" y="1377834"/>
                    <a:ext cx="1774242" cy="2506169"/>
                    <a:chOff x="4946467" y="1377834"/>
                    <a:chExt cx="1774242" cy="2506169"/>
                  </a:xfrm>
                </p:grpSpPr>
                <p:sp>
                  <p:nvSpPr>
                    <p:cNvPr id="4" name="立方體 3"/>
                    <p:cNvSpPr/>
                    <p:nvPr/>
                  </p:nvSpPr>
                  <p:spPr>
                    <a:xfrm rot="5400000" flipH="1">
                      <a:off x="5252910" y="2042934"/>
                      <a:ext cx="1116620" cy="1092803"/>
                    </a:xfrm>
                    <a:prstGeom prst="cube">
                      <a:avLst/>
                    </a:prstGeom>
                    <a:noFill/>
                    <a:ln w="285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grpSp>
                  <p:nvGrpSpPr>
                    <p:cNvPr id="17" name="群組 16"/>
                    <p:cNvGrpSpPr/>
                    <p:nvPr/>
                  </p:nvGrpSpPr>
                  <p:grpSpPr>
                    <a:xfrm>
                      <a:off x="5811219" y="3147646"/>
                      <a:ext cx="1" cy="736357"/>
                      <a:chOff x="5811219" y="3147646"/>
                      <a:chExt cx="1" cy="736357"/>
                    </a:xfrm>
                  </p:grpSpPr>
                  <p:cxnSp>
                    <p:nvCxnSpPr>
                      <p:cNvPr id="7" name="直線接點 6"/>
                      <p:cNvCxnSpPr/>
                      <p:nvPr/>
                    </p:nvCxnSpPr>
                    <p:spPr>
                      <a:xfrm flipH="1">
                        <a:off x="5811219" y="3554292"/>
                        <a:ext cx="1" cy="329711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" name="直線單箭頭接點 11"/>
                      <p:cNvCxnSpPr/>
                      <p:nvPr/>
                    </p:nvCxnSpPr>
                    <p:spPr>
                      <a:xfrm flipH="1">
                        <a:off x="5811219" y="3147646"/>
                        <a:ext cx="1" cy="467092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8" name="群組 17"/>
                    <p:cNvGrpSpPr/>
                    <p:nvPr/>
                  </p:nvGrpSpPr>
                  <p:grpSpPr>
                    <a:xfrm>
                      <a:off x="5811218" y="1451466"/>
                      <a:ext cx="1" cy="736357"/>
                      <a:chOff x="5811219" y="3147646"/>
                      <a:chExt cx="1" cy="736357"/>
                    </a:xfrm>
                  </p:grpSpPr>
                  <p:cxnSp>
                    <p:nvCxnSpPr>
                      <p:cNvPr id="19" name="直線接點 18"/>
                      <p:cNvCxnSpPr/>
                      <p:nvPr/>
                    </p:nvCxnSpPr>
                    <p:spPr>
                      <a:xfrm flipH="1">
                        <a:off x="5811219" y="3554292"/>
                        <a:ext cx="1" cy="329711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直線單箭頭接點 19"/>
                      <p:cNvCxnSpPr/>
                      <p:nvPr/>
                    </p:nvCxnSpPr>
                    <p:spPr>
                      <a:xfrm flipH="1">
                        <a:off x="5811219" y="3147646"/>
                        <a:ext cx="1" cy="467092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6" name="群組 35"/>
                    <p:cNvGrpSpPr/>
                    <p:nvPr/>
                  </p:nvGrpSpPr>
                  <p:grpSpPr>
                    <a:xfrm>
                      <a:off x="4946467" y="2758224"/>
                      <a:ext cx="636699" cy="653191"/>
                      <a:chOff x="4926806" y="2690084"/>
                      <a:chExt cx="636699" cy="653191"/>
                    </a:xfrm>
                  </p:grpSpPr>
                  <p:cxnSp>
                    <p:nvCxnSpPr>
                      <p:cNvPr id="25" name="直線接點 24"/>
                      <p:cNvCxnSpPr/>
                      <p:nvPr/>
                    </p:nvCxnSpPr>
                    <p:spPr>
                      <a:xfrm flipH="1">
                        <a:off x="5254911" y="2690084"/>
                        <a:ext cx="308594" cy="329711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" name="直線單箭頭接點 25"/>
                      <p:cNvCxnSpPr/>
                      <p:nvPr/>
                    </p:nvCxnSpPr>
                    <p:spPr>
                      <a:xfrm flipV="1">
                        <a:off x="4926806" y="2980591"/>
                        <a:ext cx="374119" cy="362684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7" name="群組 36"/>
                    <p:cNvGrpSpPr/>
                    <p:nvPr/>
                  </p:nvGrpSpPr>
                  <p:grpSpPr>
                    <a:xfrm>
                      <a:off x="6084010" y="1377834"/>
                      <a:ext cx="636699" cy="653191"/>
                      <a:chOff x="4926806" y="2690084"/>
                      <a:chExt cx="636699" cy="653191"/>
                    </a:xfrm>
                  </p:grpSpPr>
                  <p:cxnSp>
                    <p:nvCxnSpPr>
                      <p:cNvPr id="38" name="直線接點 37"/>
                      <p:cNvCxnSpPr/>
                      <p:nvPr/>
                    </p:nvCxnSpPr>
                    <p:spPr>
                      <a:xfrm flipH="1">
                        <a:off x="5254911" y="2690084"/>
                        <a:ext cx="308594" cy="329711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直線單箭頭接點 38"/>
                      <p:cNvCxnSpPr/>
                      <p:nvPr/>
                    </p:nvCxnSpPr>
                    <p:spPr>
                      <a:xfrm flipV="1">
                        <a:off x="4926806" y="2980591"/>
                        <a:ext cx="374119" cy="362684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1" name="文字方塊 40"/>
                      <p:cNvSpPr txBox="1"/>
                      <p:nvPr/>
                    </p:nvSpPr>
                    <p:spPr>
                      <a:xfrm>
                        <a:off x="4869028" y="2857102"/>
                        <a:ext cx="388248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TW" sz="2400" b="1" i="1" dirty="0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oMath>
                          </m:oMathPara>
                        </a14:m>
                        <a:endParaRPr lang="zh-TW" altLang="en-US" sz="2400" b="1" dirty="0"/>
                      </a:p>
                    </p:txBody>
                  </p:sp>
                </mc:Choice>
                <mc:Fallback>
                  <p:sp>
                    <p:nvSpPr>
                      <p:cNvPr id="41" name="文字方塊 4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69028" y="2857102"/>
                        <a:ext cx="388248" cy="46166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44" name="直線接點 43"/>
                <p:cNvCxnSpPr>
                  <a:stCxn id="4" idx="3"/>
                </p:cNvCxnSpPr>
                <p:nvPr/>
              </p:nvCxnSpPr>
              <p:spPr>
                <a:xfrm flipH="1">
                  <a:off x="4400550" y="2725936"/>
                  <a:ext cx="864269" cy="19208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線接點 45"/>
                <p:cNvCxnSpPr/>
                <p:nvPr/>
              </p:nvCxnSpPr>
              <p:spPr>
                <a:xfrm flipH="1">
                  <a:off x="6206490" y="2701412"/>
                  <a:ext cx="864269" cy="19208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5" name="群組 54"/>
                <p:cNvGrpSpPr/>
                <p:nvPr/>
              </p:nvGrpSpPr>
              <p:grpSpPr>
                <a:xfrm>
                  <a:off x="4400291" y="2758224"/>
                  <a:ext cx="259" cy="1574972"/>
                  <a:chOff x="4400291" y="2758224"/>
                  <a:chExt cx="259" cy="1574972"/>
                </a:xfrm>
              </p:grpSpPr>
              <p:cxnSp>
                <p:nvCxnSpPr>
                  <p:cNvPr id="48" name="直線接點 47"/>
                  <p:cNvCxnSpPr/>
                  <p:nvPr/>
                </p:nvCxnSpPr>
                <p:spPr>
                  <a:xfrm>
                    <a:off x="4400550" y="2758224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線接點 48"/>
                  <p:cNvCxnSpPr/>
                  <p:nvPr/>
                </p:nvCxnSpPr>
                <p:spPr>
                  <a:xfrm>
                    <a:off x="4400550" y="3005506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線接點 49"/>
                  <p:cNvCxnSpPr/>
                  <p:nvPr/>
                </p:nvCxnSpPr>
                <p:spPr>
                  <a:xfrm>
                    <a:off x="4400550" y="3246560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線接點 50"/>
                  <p:cNvCxnSpPr/>
                  <p:nvPr/>
                </p:nvCxnSpPr>
                <p:spPr>
                  <a:xfrm>
                    <a:off x="4400550" y="3485496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線接點 51"/>
                  <p:cNvCxnSpPr/>
                  <p:nvPr/>
                </p:nvCxnSpPr>
                <p:spPr>
                  <a:xfrm>
                    <a:off x="4400550" y="3719148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線接點 52"/>
                  <p:cNvCxnSpPr/>
                  <p:nvPr/>
                </p:nvCxnSpPr>
                <p:spPr>
                  <a:xfrm>
                    <a:off x="4400550" y="3962184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線接點 53"/>
                  <p:cNvCxnSpPr/>
                  <p:nvPr/>
                </p:nvCxnSpPr>
                <p:spPr>
                  <a:xfrm flipH="1">
                    <a:off x="4400291" y="4215549"/>
                    <a:ext cx="259" cy="117647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6" name="群組 55"/>
                <p:cNvGrpSpPr/>
                <p:nvPr/>
              </p:nvGrpSpPr>
              <p:grpSpPr>
                <a:xfrm>
                  <a:off x="7070759" y="2711016"/>
                  <a:ext cx="0" cy="1622180"/>
                  <a:chOff x="4400550" y="2758224"/>
                  <a:chExt cx="0" cy="1622180"/>
                </a:xfrm>
              </p:grpSpPr>
              <p:cxnSp>
                <p:nvCxnSpPr>
                  <p:cNvPr id="57" name="直線接點 56"/>
                  <p:cNvCxnSpPr/>
                  <p:nvPr/>
                </p:nvCxnSpPr>
                <p:spPr>
                  <a:xfrm>
                    <a:off x="4400550" y="2758224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線接點 57"/>
                  <p:cNvCxnSpPr/>
                  <p:nvPr/>
                </p:nvCxnSpPr>
                <p:spPr>
                  <a:xfrm>
                    <a:off x="4400550" y="3005506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線接點 58"/>
                  <p:cNvCxnSpPr/>
                  <p:nvPr/>
                </p:nvCxnSpPr>
                <p:spPr>
                  <a:xfrm>
                    <a:off x="4400550" y="3246560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線接點 59"/>
                  <p:cNvCxnSpPr/>
                  <p:nvPr/>
                </p:nvCxnSpPr>
                <p:spPr>
                  <a:xfrm>
                    <a:off x="4400550" y="3485496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線接點 60"/>
                  <p:cNvCxnSpPr/>
                  <p:nvPr/>
                </p:nvCxnSpPr>
                <p:spPr>
                  <a:xfrm>
                    <a:off x="4400550" y="3719148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線接點 61"/>
                  <p:cNvCxnSpPr/>
                  <p:nvPr/>
                </p:nvCxnSpPr>
                <p:spPr>
                  <a:xfrm>
                    <a:off x="4400550" y="3962184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線接點 62"/>
                  <p:cNvCxnSpPr/>
                  <p:nvPr/>
                </p:nvCxnSpPr>
                <p:spPr>
                  <a:xfrm>
                    <a:off x="4400550" y="4215549"/>
                    <a:ext cx="0" cy="16485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4" name="文字方塊 63"/>
                    <p:cNvSpPr txBox="1"/>
                    <p:nvPr/>
                  </p:nvSpPr>
                  <p:spPr>
                    <a:xfrm>
                      <a:off x="5866502" y="3380675"/>
                      <a:ext cx="476412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00" b="1" i="1" dirty="0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oMath>
                        </m:oMathPara>
                      </a14:m>
                      <a:endParaRPr lang="zh-TW" altLang="en-US" sz="2400" b="1" dirty="0"/>
                    </a:p>
                  </p:txBody>
                </p:sp>
              </mc:Choice>
              <mc:Fallback>
                <p:sp>
                  <p:nvSpPr>
                    <p:cNvPr id="64" name="文字方塊 6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66502" y="3380675"/>
                      <a:ext cx="476412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7" name="直線單箭頭接點 66"/>
              <p:cNvCxnSpPr/>
              <p:nvPr/>
            </p:nvCxnSpPr>
            <p:spPr>
              <a:xfrm flipV="1">
                <a:off x="5987896" y="4333196"/>
                <a:ext cx="1082863" cy="475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/>
              <p:cNvCxnSpPr/>
              <p:nvPr/>
            </p:nvCxnSpPr>
            <p:spPr>
              <a:xfrm flipH="1">
                <a:off x="4400291" y="4333196"/>
                <a:ext cx="109235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文字方塊 76"/>
                <p:cNvSpPr txBox="1"/>
                <p:nvPr/>
              </p:nvSpPr>
              <p:spPr>
                <a:xfrm>
                  <a:off x="5416904" y="4107469"/>
                  <a:ext cx="66710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b>
                        </m:sSub>
                      </m:oMath>
                    </m:oMathPara>
                  </a14:m>
                  <a:endParaRPr lang="zh-TW" altLang="en-US" sz="2400" b="1" dirty="0"/>
                </a:p>
              </p:txBody>
            </p:sp>
          </mc:Choice>
          <mc:Fallback>
            <p:sp>
              <p:nvSpPr>
                <p:cNvPr id="77" name="文字方塊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6904" y="4107469"/>
                  <a:ext cx="667106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</Words>
  <Application>Microsoft Office PowerPoint</Application>
  <PresentationFormat>寬螢幕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6</cp:revision>
  <dcterms:created xsi:type="dcterms:W3CDTF">2019-03-14T14:30:29Z</dcterms:created>
  <dcterms:modified xsi:type="dcterms:W3CDTF">2019-03-14T14:48:41Z</dcterms:modified>
</cp:coreProperties>
</file>