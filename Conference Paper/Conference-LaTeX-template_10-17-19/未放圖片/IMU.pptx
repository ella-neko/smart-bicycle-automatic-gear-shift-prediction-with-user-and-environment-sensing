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782" autoAdjust="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7883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795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7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1613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45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47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268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661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0473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06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9CF64-90EE-42DD-9DC3-B44BAFCAD923}" type="datetimeFigureOut">
              <a:rPr lang="zh-TW" altLang="en-US" smtClean="0"/>
              <a:t>2019/3/16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0CFEA-BBC8-4647-B8EC-00AA5558415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2011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群組 98"/>
          <p:cNvGrpSpPr/>
          <p:nvPr/>
        </p:nvGrpSpPr>
        <p:grpSpPr>
          <a:xfrm>
            <a:off x="4484844" y="1151845"/>
            <a:ext cx="3700267" cy="3277970"/>
            <a:chOff x="3464169" y="1065720"/>
            <a:chExt cx="2688446" cy="2556711"/>
          </a:xfrm>
        </p:grpSpPr>
        <p:grpSp>
          <p:nvGrpSpPr>
            <p:cNvPr id="95" name="群組 94"/>
            <p:cNvGrpSpPr/>
            <p:nvPr/>
          </p:nvGrpSpPr>
          <p:grpSpPr>
            <a:xfrm>
              <a:off x="3464169" y="1065720"/>
              <a:ext cx="2688446" cy="2556711"/>
              <a:chOff x="3464169" y="1065720"/>
              <a:chExt cx="2688446" cy="2556711"/>
            </a:xfrm>
          </p:grpSpPr>
          <p:grpSp>
            <p:nvGrpSpPr>
              <p:cNvPr id="91" name="群組 90"/>
              <p:cNvGrpSpPr/>
              <p:nvPr/>
            </p:nvGrpSpPr>
            <p:grpSpPr>
              <a:xfrm>
                <a:off x="3464169" y="1303456"/>
                <a:ext cx="2435469" cy="2318975"/>
                <a:chOff x="3464169" y="1303456"/>
                <a:chExt cx="2435469" cy="2318975"/>
              </a:xfrm>
            </p:grpSpPr>
            <p:cxnSp>
              <p:nvCxnSpPr>
                <p:cNvPr id="8" name="直線單箭頭接點 7"/>
                <p:cNvCxnSpPr/>
                <p:nvPr/>
              </p:nvCxnSpPr>
              <p:spPr>
                <a:xfrm>
                  <a:off x="3464169" y="2497015"/>
                  <a:ext cx="738553" cy="61546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線單箭頭接點 67"/>
                <p:cNvCxnSpPr/>
                <p:nvPr/>
              </p:nvCxnSpPr>
              <p:spPr>
                <a:xfrm flipV="1">
                  <a:off x="4690697" y="1423988"/>
                  <a:ext cx="659972" cy="815851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" name="立方體 4"/>
                <p:cNvSpPr/>
                <p:nvPr/>
              </p:nvSpPr>
              <p:spPr>
                <a:xfrm>
                  <a:off x="3956538" y="2057399"/>
                  <a:ext cx="1169377" cy="1002324"/>
                </a:xfrm>
                <a:prstGeom prst="cub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66" name="直線單箭頭接點 65"/>
                <p:cNvCxnSpPr/>
                <p:nvPr/>
              </p:nvCxnSpPr>
              <p:spPr>
                <a:xfrm>
                  <a:off x="4994030" y="2620107"/>
                  <a:ext cx="905608" cy="87923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線接點 21"/>
                <p:cNvCxnSpPr/>
                <p:nvPr/>
              </p:nvCxnSpPr>
              <p:spPr>
                <a:xfrm flipH="1">
                  <a:off x="3626825" y="2664068"/>
                  <a:ext cx="747347" cy="958363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線單箭頭接點 68"/>
                <p:cNvCxnSpPr/>
                <p:nvPr/>
              </p:nvCxnSpPr>
              <p:spPr>
                <a:xfrm flipV="1">
                  <a:off x="4541226" y="1303456"/>
                  <a:ext cx="0" cy="866044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弧形向右箭號 26"/>
                <p:cNvSpPr/>
                <p:nvPr/>
              </p:nvSpPr>
              <p:spPr>
                <a:xfrm>
                  <a:off x="4365380" y="1655149"/>
                  <a:ext cx="351692" cy="402250"/>
                </a:xfrm>
                <a:prstGeom prst="curvedRightArrow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9" name="直線接點 28"/>
                <p:cNvCxnSpPr/>
                <p:nvPr/>
              </p:nvCxnSpPr>
              <p:spPr>
                <a:xfrm>
                  <a:off x="4541226" y="1654235"/>
                  <a:ext cx="0" cy="164486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1" name="弧形向右箭號 70"/>
                <p:cNvSpPr/>
                <p:nvPr/>
              </p:nvSpPr>
              <p:spPr>
                <a:xfrm rot="16200000" flipH="1">
                  <a:off x="4954738" y="1579588"/>
                  <a:ext cx="423132" cy="478267"/>
                </a:xfrm>
                <a:prstGeom prst="curvedRightArrow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72" name="直線接點 71"/>
                <p:cNvCxnSpPr/>
                <p:nvPr/>
              </p:nvCxnSpPr>
              <p:spPr>
                <a:xfrm flipH="1">
                  <a:off x="4866542" y="1676948"/>
                  <a:ext cx="281722" cy="352791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2" name="弧形向右箭號 81"/>
                <p:cNvSpPr/>
                <p:nvPr/>
              </p:nvSpPr>
              <p:spPr>
                <a:xfrm rot="5400000">
                  <a:off x="5174823" y="2462943"/>
                  <a:ext cx="351692" cy="402250"/>
                </a:xfrm>
                <a:prstGeom prst="curvedRightArrow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83" name="直線接點 82"/>
                <p:cNvCxnSpPr/>
                <p:nvPr/>
              </p:nvCxnSpPr>
              <p:spPr>
                <a:xfrm flipH="1" flipV="1">
                  <a:off x="5385838" y="2656737"/>
                  <a:ext cx="192881" cy="17220"/>
                </a:xfrm>
                <a:prstGeom prst="line">
                  <a:avLst/>
                </a:prstGeom>
                <a:ln w="571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2" name="文字方塊 91"/>
              <p:cNvSpPr txBox="1"/>
              <p:nvPr/>
            </p:nvSpPr>
            <p:spPr>
              <a:xfrm>
                <a:off x="5841311" y="2558560"/>
                <a:ext cx="3113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 smtClean="0"/>
                  <a:t>X</a:t>
                </a:r>
                <a:endParaRPr lang="zh-TW" altLang="en-US" b="1" dirty="0"/>
              </a:p>
            </p:txBody>
          </p:sp>
          <p:sp>
            <p:nvSpPr>
              <p:cNvPr id="93" name="文字方塊 92"/>
              <p:cNvSpPr txBox="1"/>
              <p:nvPr/>
            </p:nvSpPr>
            <p:spPr>
              <a:xfrm>
                <a:off x="5286377" y="1232356"/>
                <a:ext cx="304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 smtClean="0"/>
                  <a:t>Y</a:t>
                </a:r>
                <a:endParaRPr lang="zh-TW" altLang="en-US" b="1" dirty="0"/>
              </a:p>
            </p:txBody>
          </p:sp>
          <p:sp>
            <p:nvSpPr>
              <p:cNvPr id="94" name="文字方塊 93"/>
              <p:cNvSpPr txBox="1"/>
              <p:nvPr/>
            </p:nvSpPr>
            <p:spPr>
              <a:xfrm>
                <a:off x="4440899" y="1065720"/>
                <a:ext cx="2952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dirty="0" smtClean="0"/>
                  <a:t>Z</a:t>
                </a:r>
                <a:endParaRPr lang="zh-TW" altLang="en-US" b="1" dirty="0"/>
              </a:p>
            </p:txBody>
          </p:sp>
        </p:grpSp>
        <p:sp>
          <p:nvSpPr>
            <p:cNvPr id="96" name="文字方塊 95"/>
            <p:cNvSpPr txBox="1"/>
            <p:nvPr/>
          </p:nvSpPr>
          <p:spPr>
            <a:xfrm>
              <a:off x="5150441" y="2824191"/>
              <a:ext cx="5461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/>
                <a:t>Roll</a:t>
              </a:r>
              <a:endParaRPr lang="zh-TW" altLang="en-US" b="1" dirty="0"/>
            </a:p>
          </p:txBody>
        </p:sp>
        <p:sp>
          <p:nvSpPr>
            <p:cNvPr id="97" name="文字方塊 96"/>
            <p:cNvSpPr txBox="1"/>
            <p:nvPr/>
          </p:nvSpPr>
          <p:spPr>
            <a:xfrm>
              <a:off x="5340775" y="1666423"/>
              <a:ext cx="6609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/>
                <a:t>Pitch</a:t>
              </a:r>
              <a:endParaRPr lang="zh-TW" altLang="en-US" b="1" dirty="0"/>
            </a:p>
          </p:txBody>
        </p:sp>
        <p:sp>
          <p:nvSpPr>
            <p:cNvPr id="98" name="文字方塊 97"/>
            <p:cNvSpPr txBox="1"/>
            <p:nvPr/>
          </p:nvSpPr>
          <p:spPr>
            <a:xfrm>
              <a:off x="3675253" y="1656689"/>
              <a:ext cx="9717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 smtClean="0"/>
                <a:t>Heading</a:t>
              </a:r>
              <a:endParaRPr lang="zh-TW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91376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</Words>
  <Application>Microsoft Office PowerPoint</Application>
  <PresentationFormat>寬螢幕</PresentationFormat>
  <Paragraphs>6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15</cp:revision>
  <dcterms:created xsi:type="dcterms:W3CDTF">2019-03-14T14:30:29Z</dcterms:created>
  <dcterms:modified xsi:type="dcterms:W3CDTF">2019-03-15T17:05:08Z</dcterms:modified>
</cp:coreProperties>
</file>