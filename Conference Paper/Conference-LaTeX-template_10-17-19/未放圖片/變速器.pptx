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7883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7950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175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1613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3451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3475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2686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6610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0473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906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1637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69CF64-90EE-42DD-9DC3-B44BAFCAD92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2011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群組 20"/>
          <p:cNvGrpSpPr/>
          <p:nvPr/>
        </p:nvGrpSpPr>
        <p:grpSpPr>
          <a:xfrm>
            <a:off x="3909060" y="1873933"/>
            <a:ext cx="4013335" cy="2440867"/>
            <a:chOff x="3909060" y="1873933"/>
            <a:chExt cx="4013335" cy="2440867"/>
          </a:xfrm>
        </p:grpSpPr>
        <p:cxnSp>
          <p:nvCxnSpPr>
            <p:cNvPr id="15" name="肘形接點 14"/>
            <p:cNvCxnSpPr/>
            <p:nvPr/>
          </p:nvCxnSpPr>
          <p:spPr>
            <a:xfrm>
              <a:off x="7104150" y="3513390"/>
              <a:ext cx="677370" cy="115047"/>
            </a:xfrm>
            <a:prstGeom prst="bentConnector4">
              <a:avLst>
                <a:gd name="adj1" fmla="val 34285"/>
                <a:gd name="adj2" fmla="val 298701"/>
              </a:avLst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群組 38"/>
            <p:cNvGrpSpPr/>
            <p:nvPr/>
          </p:nvGrpSpPr>
          <p:grpSpPr>
            <a:xfrm>
              <a:off x="3909060" y="1873933"/>
              <a:ext cx="3520440" cy="2440867"/>
              <a:chOff x="3108960" y="1195753"/>
              <a:chExt cx="3520440" cy="2440867"/>
            </a:xfrm>
          </p:grpSpPr>
          <p:grpSp>
            <p:nvGrpSpPr>
              <p:cNvPr id="37" name="群組 36"/>
              <p:cNvGrpSpPr/>
              <p:nvPr/>
            </p:nvGrpSpPr>
            <p:grpSpPr>
              <a:xfrm>
                <a:off x="3108960" y="1195753"/>
                <a:ext cx="3520440" cy="2440867"/>
                <a:chOff x="3108960" y="1195753"/>
                <a:chExt cx="3520440" cy="2440867"/>
              </a:xfrm>
            </p:grpSpPr>
            <p:grpSp>
              <p:nvGrpSpPr>
                <p:cNvPr id="24" name="群組 23"/>
                <p:cNvGrpSpPr/>
                <p:nvPr/>
              </p:nvGrpSpPr>
              <p:grpSpPr>
                <a:xfrm>
                  <a:off x="4352192" y="1195753"/>
                  <a:ext cx="1227802" cy="2440867"/>
                  <a:chOff x="4352192" y="1195753"/>
                  <a:chExt cx="1227802" cy="2440867"/>
                </a:xfrm>
              </p:grpSpPr>
              <p:sp>
                <p:nvSpPr>
                  <p:cNvPr id="3" name="立方體 2"/>
                  <p:cNvSpPr/>
                  <p:nvPr/>
                </p:nvSpPr>
                <p:spPr>
                  <a:xfrm>
                    <a:off x="4352192" y="1195753"/>
                    <a:ext cx="1081453" cy="2435470"/>
                  </a:xfrm>
                  <a:prstGeom prst="cube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6" name="橢圓 5"/>
                  <p:cNvSpPr/>
                  <p:nvPr/>
                </p:nvSpPr>
                <p:spPr>
                  <a:xfrm>
                    <a:off x="4593977" y="1644161"/>
                    <a:ext cx="360485" cy="378070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grpSp>
                <p:nvGrpSpPr>
                  <p:cNvPr id="22" name="群組 21"/>
                  <p:cNvGrpSpPr/>
                  <p:nvPr/>
                </p:nvGrpSpPr>
                <p:grpSpPr>
                  <a:xfrm rot="19716941">
                    <a:off x="4738125" y="1289074"/>
                    <a:ext cx="841869" cy="2347546"/>
                    <a:chOff x="7280031" y="1283676"/>
                    <a:chExt cx="841869" cy="2347546"/>
                  </a:xfrm>
                </p:grpSpPr>
                <p:sp>
                  <p:nvSpPr>
                    <p:cNvPr id="20" name="橢圓 19"/>
                    <p:cNvSpPr/>
                    <p:nvPr/>
                  </p:nvSpPr>
                  <p:spPr>
                    <a:xfrm>
                      <a:off x="7383348" y="3011365"/>
                      <a:ext cx="606669" cy="619857"/>
                    </a:xfrm>
                    <a:prstGeom prst="ellipse">
                      <a:avLst/>
                    </a:prstGeom>
                    <a:solidFill>
                      <a:schemeClr val="accent5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grpSp>
                  <p:nvGrpSpPr>
                    <p:cNvPr id="17" name="群組 16"/>
                    <p:cNvGrpSpPr/>
                    <p:nvPr/>
                  </p:nvGrpSpPr>
                  <p:grpSpPr>
                    <a:xfrm>
                      <a:off x="7280031" y="1283676"/>
                      <a:ext cx="841869" cy="1978269"/>
                      <a:chOff x="6631591" y="967154"/>
                      <a:chExt cx="841869" cy="1978269"/>
                    </a:xfrm>
                  </p:grpSpPr>
                  <p:sp>
                    <p:nvSpPr>
                      <p:cNvPr id="12" name="矩形 11"/>
                      <p:cNvSpPr/>
                      <p:nvPr/>
                    </p:nvSpPr>
                    <p:spPr>
                      <a:xfrm>
                        <a:off x="6734908" y="1644160"/>
                        <a:ext cx="606669" cy="1301263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/>
                      </a:p>
                    </p:txBody>
                  </p:sp>
                  <p:sp>
                    <p:nvSpPr>
                      <p:cNvPr id="8" name="甜甜圈 7"/>
                      <p:cNvSpPr/>
                      <p:nvPr/>
                    </p:nvSpPr>
                    <p:spPr>
                      <a:xfrm>
                        <a:off x="6631591" y="967154"/>
                        <a:ext cx="841869" cy="866042"/>
                      </a:xfrm>
                      <a:prstGeom prst="donut">
                        <a:avLst/>
                      </a:prstGeom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sp>
                  <p:nvSpPr>
                    <p:cNvPr id="19" name="橢圓 18"/>
                    <p:cNvSpPr/>
                    <p:nvPr/>
                  </p:nvSpPr>
                  <p:spPr>
                    <a:xfrm>
                      <a:off x="7576778" y="2624499"/>
                      <a:ext cx="219808" cy="219807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32" name="橢圓 31"/>
                    <p:cNvSpPr/>
                    <p:nvPr/>
                  </p:nvSpPr>
                  <p:spPr>
                    <a:xfrm>
                      <a:off x="7591061" y="2943222"/>
                      <a:ext cx="219808" cy="219807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</p:grpSp>
            </p:grpSp>
            <p:cxnSp>
              <p:nvCxnSpPr>
                <p:cNvPr id="26" name="直線接點 25"/>
                <p:cNvCxnSpPr/>
                <p:nvPr/>
              </p:nvCxnSpPr>
              <p:spPr>
                <a:xfrm flipV="1">
                  <a:off x="3108960" y="2820314"/>
                  <a:ext cx="3520440" cy="72587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6" name="群組 35"/>
                <p:cNvGrpSpPr/>
                <p:nvPr/>
              </p:nvGrpSpPr>
              <p:grpSpPr>
                <a:xfrm>
                  <a:off x="5122102" y="2554109"/>
                  <a:ext cx="304800" cy="295508"/>
                  <a:chOff x="7818120" y="1830472"/>
                  <a:chExt cx="304800" cy="295508"/>
                </a:xfrm>
              </p:grpSpPr>
              <p:sp>
                <p:nvSpPr>
                  <p:cNvPr id="31" name="橢圓 30"/>
                  <p:cNvSpPr/>
                  <p:nvPr/>
                </p:nvSpPr>
                <p:spPr>
                  <a:xfrm>
                    <a:off x="7818120" y="1830472"/>
                    <a:ext cx="304800" cy="295508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35" name="四角星形 34"/>
                  <p:cNvSpPr/>
                  <p:nvPr/>
                </p:nvSpPr>
                <p:spPr>
                  <a:xfrm>
                    <a:off x="7844789" y="1859350"/>
                    <a:ext cx="251461" cy="237752"/>
                  </a:xfrm>
                  <a:prstGeom prst="star4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</p:grpSp>
            <p:grpSp>
              <p:nvGrpSpPr>
                <p:cNvPr id="43" name="群組 42"/>
                <p:cNvGrpSpPr/>
                <p:nvPr/>
              </p:nvGrpSpPr>
              <p:grpSpPr>
                <a:xfrm>
                  <a:off x="5315533" y="2806332"/>
                  <a:ext cx="304800" cy="295508"/>
                  <a:chOff x="7818120" y="1830472"/>
                  <a:chExt cx="304800" cy="295508"/>
                </a:xfrm>
              </p:grpSpPr>
              <p:sp>
                <p:nvSpPr>
                  <p:cNvPr id="44" name="橢圓 43"/>
                  <p:cNvSpPr/>
                  <p:nvPr/>
                </p:nvSpPr>
                <p:spPr>
                  <a:xfrm>
                    <a:off x="7818120" y="1830472"/>
                    <a:ext cx="304800" cy="295508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46" name="四角星形 45"/>
                  <p:cNvSpPr/>
                  <p:nvPr/>
                </p:nvSpPr>
                <p:spPr>
                  <a:xfrm>
                    <a:off x="7844789" y="1859350"/>
                    <a:ext cx="251461" cy="237752"/>
                  </a:xfrm>
                  <a:prstGeom prst="star4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</p:grpSp>
          </p:grpSp>
          <p:grpSp>
            <p:nvGrpSpPr>
              <p:cNvPr id="38" name="群組 37"/>
              <p:cNvGrpSpPr/>
              <p:nvPr/>
            </p:nvGrpSpPr>
            <p:grpSpPr>
              <a:xfrm>
                <a:off x="4473059" y="1529438"/>
                <a:ext cx="592898" cy="602067"/>
                <a:chOff x="8375842" y="1884198"/>
                <a:chExt cx="304800" cy="295508"/>
              </a:xfrm>
            </p:grpSpPr>
            <p:sp>
              <p:nvSpPr>
                <p:cNvPr id="47" name="橢圓 46"/>
                <p:cNvSpPr/>
                <p:nvPr/>
              </p:nvSpPr>
              <p:spPr>
                <a:xfrm>
                  <a:off x="8375842" y="1884198"/>
                  <a:ext cx="304800" cy="29550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8" name="四角星形 47"/>
                <p:cNvSpPr/>
                <p:nvPr/>
              </p:nvSpPr>
              <p:spPr>
                <a:xfrm>
                  <a:off x="8402511" y="1913076"/>
                  <a:ext cx="251461" cy="237752"/>
                </a:xfrm>
                <a:prstGeom prst="star4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</p:grpSp>
        <p:sp>
          <p:nvSpPr>
            <p:cNvPr id="2" name="七邊形 1"/>
            <p:cNvSpPr/>
            <p:nvPr/>
          </p:nvSpPr>
          <p:spPr>
            <a:xfrm>
              <a:off x="4383345" y="2809685"/>
              <a:ext cx="294662" cy="287846"/>
            </a:xfrm>
            <a:prstGeom prst="heptagon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A</a:t>
              </a:r>
              <a:endParaRPr lang="zh-TW" altLang="en-US" dirty="0"/>
            </a:p>
          </p:txBody>
        </p:sp>
        <p:sp>
          <p:nvSpPr>
            <p:cNvPr id="25" name="七邊形 24"/>
            <p:cNvSpPr/>
            <p:nvPr/>
          </p:nvSpPr>
          <p:spPr>
            <a:xfrm>
              <a:off x="6669863" y="2742375"/>
              <a:ext cx="294662" cy="287846"/>
            </a:xfrm>
            <a:prstGeom prst="heptagon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B</a:t>
              </a:r>
              <a:endParaRPr lang="zh-TW" altLang="en-US" dirty="0"/>
            </a:p>
          </p:txBody>
        </p:sp>
        <p:sp>
          <p:nvSpPr>
            <p:cNvPr id="27" name="七邊形 26"/>
            <p:cNvSpPr/>
            <p:nvPr/>
          </p:nvSpPr>
          <p:spPr>
            <a:xfrm>
              <a:off x="7627733" y="3340589"/>
              <a:ext cx="294662" cy="287846"/>
            </a:xfrm>
            <a:prstGeom prst="heptagon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C</a:t>
              </a:r>
              <a:endParaRPr lang="zh-TW" altLang="en-US" dirty="0"/>
            </a:p>
          </p:txBody>
        </p:sp>
        <p:cxnSp>
          <p:nvCxnSpPr>
            <p:cNvPr id="9" name="直線單箭頭接點 8"/>
            <p:cNvCxnSpPr>
              <a:stCxn id="3" idx="2"/>
              <a:endCxn id="2" idx="1"/>
            </p:cNvCxnSpPr>
            <p:nvPr/>
          </p:nvCxnSpPr>
          <p:spPr>
            <a:xfrm flipH="1" flipV="1">
              <a:off x="4678008" y="2994801"/>
              <a:ext cx="474284" cy="23204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單箭頭接點 32"/>
            <p:cNvCxnSpPr>
              <a:endCxn id="25" idx="4"/>
            </p:cNvCxnSpPr>
            <p:nvPr/>
          </p:nvCxnSpPr>
          <p:spPr>
            <a:xfrm flipV="1">
              <a:off x="6378349" y="2927491"/>
              <a:ext cx="291513" cy="34679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91376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3</Words>
  <Application>Microsoft Office PowerPoint</Application>
  <PresentationFormat>寬螢幕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新細明體</vt:lpstr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20</cp:revision>
  <dcterms:created xsi:type="dcterms:W3CDTF">2019-03-14T14:30:29Z</dcterms:created>
  <dcterms:modified xsi:type="dcterms:W3CDTF">2019-08-07T06:53:38Z</dcterms:modified>
</cp:coreProperties>
</file>