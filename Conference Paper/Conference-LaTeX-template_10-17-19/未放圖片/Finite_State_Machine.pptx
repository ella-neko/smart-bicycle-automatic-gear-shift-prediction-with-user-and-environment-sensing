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2019/5/18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圓角矩形 10"/>
          <p:cNvSpPr/>
          <p:nvPr/>
        </p:nvSpPr>
        <p:spPr>
          <a:xfrm>
            <a:off x="3851029" y="331932"/>
            <a:ext cx="3771900" cy="9269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sensing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threshold.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4657720" y="5528522"/>
            <a:ext cx="2158515" cy="83971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the time of wheel turns around.</a:t>
            </a:r>
            <a:endParaRPr lang="en-US" altLang="zh-TW" sz="1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單箭頭接點 40"/>
          <p:cNvCxnSpPr/>
          <p:nvPr/>
        </p:nvCxnSpPr>
        <p:spPr>
          <a:xfrm>
            <a:off x="5736979" y="1258857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5675612" y="1358415"/>
            <a:ext cx="31079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Hall sensing 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bigger 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threshold</a:t>
            </a:r>
            <a:r>
              <a:rPr lang="en-US" altLang="zh-TW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92917" y="1739118"/>
            <a:ext cx="1688123" cy="7385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start.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圓角矩形 24"/>
          <p:cNvSpPr/>
          <p:nvPr/>
        </p:nvSpPr>
        <p:spPr>
          <a:xfrm>
            <a:off x="3851029" y="2940348"/>
            <a:ext cx="3771900" cy="9269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 sensing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threshold.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單箭頭接點 27"/>
          <p:cNvCxnSpPr/>
          <p:nvPr/>
        </p:nvCxnSpPr>
        <p:spPr>
          <a:xfrm>
            <a:off x="5736979" y="3867273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>
            <a:off x="5748699" y="2477671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4904637" y="4328621"/>
            <a:ext cx="1688123" cy="7385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stop.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/>
          <p:cNvCxnSpPr/>
          <p:nvPr/>
        </p:nvCxnSpPr>
        <p:spPr>
          <a:xfrm>
            <a:off x="5736978" y="5067174"/>
            <a:ext cx="0" cy="462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33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43</cp:revision>
  <dcterms:created xsi:type="dcterms:W3CDTF">2019-03-14T14:30:29Z</dcterms:created>
  <dcterms:modified xsi:type="dcterms:W3CDTF">2019-05-18T08:41:45Z</dcterms:modified>
</cp:coreProperties>
</file>