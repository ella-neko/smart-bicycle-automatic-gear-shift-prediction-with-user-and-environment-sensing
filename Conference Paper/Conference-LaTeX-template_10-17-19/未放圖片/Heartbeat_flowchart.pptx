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2019/5/18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7883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2019/5/18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7950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2019/5/18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8175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2019/5/18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1613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2019/5/18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3451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2019/5/18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3475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2019/5/18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2686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2019/5/18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6610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2019/5/18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0473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2019/5/18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9060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2019/5/18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1637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69CF64-90EE-42DD-9DC3-B44BAFCAD923}" type="datetimeFigureOut">
              <a:rPr lang="zh-TW" altLang="en-US" smtClean="0"/>
              <a:t>2019/5/18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2011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圓角矩形 10"/>
          <p:cNvSpPr/>
          <p:nvPr/>
        </p:nvSpPr>
        <p:spPr>
          <a:xfrm>
            <a:off x="4154359" y="314348"/>
            <a:ext cx="3165233" cy="92692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Heartbeat sensor sensing the </a:t>
            </a:r>
            <a:r>
              <a:rPr lang="en-US" altLang="zh-TW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</a:t>
            </a:r>
            <a:r>
              <a:rPr lang="en-US" altLang="zh-TW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pulse.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橢圓 15"/>
          <p:cNvSpPr/>
          <p:nvPr/>
        </p:nvSpPr>
        <p:spPr>
          <a:xfrm>
            <a:off x="4562100" y="5510938"/>
            <a:ext cx="2349749" cy="83971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 Heart Beat Rate</a:t>
            </a:r>
            <a:endParaRPr lang="en-US" altLang="zh-TW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" name="直線單箭頭接點 40"/>
          <p:cNvCxnSpPr/>
          <p:nvPr/>
        </p:nvCxnSpPr>
        <p:spPr>
          <a:xfrm>
            <a:off x="5736979" y="1258857"/>
            <a:ext cx="0" cy="4626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4892917" y="1739118"/>
            <a:ext cx="1688123" cy="7385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Timer start.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直線單箭頭接點 27"/>
          <p:cNvCxnSpPr/>
          <p:nvPr/>
        </p:nvCxnSpPr>
        <p:spPr>
          <a:xfrm>
            <a:off x="5736979" y="3867273"/>
            <a:ext cx="0" cy="4626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/>
          <p:nvPr/>
        </p:nvCxnSpPr>
        <p:spPr>
          <a:xfrm>
            <a:off x="5748699" y="2477671"/>
            <a:ext cx="0" cy="4626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>
            <a:off x="4904637" y="4328621"/>
            <a:ext cx="1688123" cy="7385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Timer stop.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" name="直線單箭頭接點 34"/>
          <p:cNvCxnSpPr/>
          <p:nvPr/>
        </p:nvCxnSpPr>
        <p:spPr>
          <a:xfrm>
            <a:off x="5736978" y="5067174"/>
            <a:ext cx="0" cy="4626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圓角矩形 11"/>
          <p:cNvSpPr/>
          <p:nvPr/>
        </p:nvSpPr>
        <p:spPr>
          <a:xfrm>
            <a:off x="4154360" y="2957932"/>
            <a:ext cx="3165233" cy="92692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Heartbeat sensor sensing the </a:t>
            </a:r>
            <a:r>
              <a:rPr lang="en-US" altLang="zh-TW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 </a:t>
            </a:r>
            <a:r>
              <a:rPr lang="en-US" altLang="zh-TW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pulse.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肘形接點 6"/>
          <p:cNvCxnSpPr>
            <a:stCxn id="16" idx="6"/>
          </p:cNvCxnSpPr>
          <p:nvPr/>
        </p:nvCxnSpPr>
        <p:spPr>
          <a:xfrm flipV="1">
            <a:off x="6911849" y="3443197"/>
            <a:ext cx="2513505" cy="248759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9425353" y="3120860"/>
            <a:ext cx="2013438" cy="73855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Heart Beat Array[K]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肘形接點 14"/>
          <p:cNvCxnSpPr>
            <a:stCxn id="16" idx="2"/>
            <a:endCxn id="11" idx="1"/>
          </p:cNvCxnSpPr>
          <p:nvPr/>
        </p:nvCxnSpPr>
        <p:spPr>
          <a:xfrm rot="10800000">
            <a:off x="4154360" y="777811"/>
            <a:ext cx="407741" cy="5152984"/>
          </a:xfrm>
          <a:prstGeom prst="bentConnector3">
            <a:avLst>
              <a:gd name="adj1" fmla="val 44070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/>
          <p:cNvSpPr txBox="1"/>
          <p:nvPr/>
        </p:nvSpPr>
        <p:spPr>
          <a:xfrm>
            <a:off x="1972442" y="3073865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If K&lt;10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32" name="直線單箭頭接點 31"/>
          <p:cNvCxnSpPr/>
          <p:nvPr/>
        </p:nvCxnSpPr>
        <p:spPr>
          <a:xfrm>
            <a:off x="10454053" y="3865944"/>
            <a:ext cx="0" cy="4626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字方塊 32"/>
          <p:cNvSpPr txBox="1"/>
          <p:nvPr/>
        </p:nvSpPr>
        <p:spPr>
          <a:xfrm>
            <a:off x="10432072" y="3892740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If K=9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9432678" y="4332744"/>
            <a:ext cx="2013438" cy="73855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SORT</a:t>
            </a:r>
          </a:p>
          <a:p>
            <a:pPr algn="ctr"/>
            <a:r>
              <a:rPr lang="en-US" altLang="zh-TW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Heart Beat Array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橢圓 35"/>
          <p:cNvSpPr/>
          <p:nvPr/>
        </p:nvSpPr>
        <p:spPr>
          <a:xfrm>
            <a:off x="9038491" y="5510937"/>
            <a:ext cx="2831123" cy="83971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Heart Beat Rate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Min(Heart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Beat </a:t>
            </a:r>
            <a:r>
              <a:rPr lang="en-US" altLang="zh-TW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lang="en-US" altLang="zh-TW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TW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7" name="直線單箭頭接點 36"/>
          <p:cNvCxnSpPr/>
          <p:nvPr/>
        </p:nvCxnSpPr>
        <p:spPr>
          <a:xfrm>
            <a:off x="10442325" y="5067173"/>
            <a:ext cx="0" cy="4626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1376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45</Words>
  <Application>Microsoft Office PowerPoint</Application>
  <PresentationFormat>寬螢幕</PresentationFormat>
  <Paragraphs>11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新細明體</vt:lpstr>
      <vt:lpstr>Arial</vt:lpstr>
      <vt:lpstr>Calibri</vt:lpstr>
      <vt:lpstr>Calibri Light</vt:lpstr>
      <vt:lpstr>Times New Roman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user</cp:lastModifiedBy>
  <cp:revision>52</cp:revision>
  <dcterms:created xsi:type="dcterms:W3CDTF">2019-03-14T14:30:29Z</dcterms:created>
  <dcterms:modified xsi:type="dcterms:W3CDTF">2019-05-18T10:38:24Z</dcterms:modified>
</cp:coreProperties>
</file>